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91" r:id="rId1"/>
    <p:sldMasterId id="2147483789" r:id="rId2"/>
  </p:sldMasterIdLst>
  <p:sldIdLst>
    <p:sldId id="258" r:id="rId3"/>
    <p:sldId id="259" r:id="rId4"/>
    <p:sldId id="264" r:id="rId5"/>
    <p:sldId id="263" r:id="rId6"/>
    <p:sldId id="265" r:id="rId7"/>
    <p:sldId id="260" r:id="rId8"/>
    <p:sldId id="266" r:id="rId9"/>
    <p:sldId id="267" r:id="rId10"/>
    <p:sldId id="256"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04" d="100"/>
          <a:sy n="104" d="100"/>
        </p:scale>
        <p:origin x="144"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presProps" Target="pres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tableStyles" Target="tableStyle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descr="Tag=AccentColor&#10;Flavor=Light&#10;Target=FillAndLine">
            <a:extLst>
              <a:ext uri="{FF2B5EF4-FFF2-40B4-BE49-F238E27FC236}">
                <a16:creationId xmlns:a16="http://schemas.microsoft.com/office/drawing/2014/main" id="{DA381740-063A-41A4-836D-85D14980EEF0}"/>
              </a:ext>
            </a:extLst>
          </p:cNvPr>
          <p:cNvSpPr/>
          <p:nvPr/>
        </p:nvSpPr>
        <p:spPr>
          <a:xfrm>
            <a:off x="838200" y="4736883"/>
            <a:ext cx="4243589" cy="27432"/>
          </a:xfrm>
          <a:custGeom>
            <a:avLst/>
            <a:gdLst>
              <a:gd name="csX0" fmla="*/ 0 w 4243589"/>
              <a:gd name="csY0" fmla="*/ 0 h 27432"/>
              <a:gd name="csX1" fmla="*/ 563791 w 4243589"/>
              <a:gd name="csY1" fmla="*/ 0 h 27432"/>
              <a:gd name="csX2" fmla="*/ 1042710 w 4243589"/>
              <a:gd name="csY2" fmla="*/ 0 h 27432"/>
              <a:gd name="csX3" fmla="*/ 1564066 w 4243589"/>
              <a:gd name="csY3" fmla="*/ 0 h 27432"/>
              <a:gd name="csX4" fmla="*/ 2212729 w 4243589"/>
              <a:gd name="csY4" fmla="*/ 0 h 27432"/>
              <a:gd name="csX5" fmla="*/ 2776520 w 4243589"/>
              <a:gd name="csY5" fmla="*/ 0 h 27432"/>
              <a:gd name="csX6" fmla="*/ 3297875 w 4243589"/>
              <a:gd name="csY6" fmla="*/ 0 h 27432"/>
              <a:gd name="csX7" fmla="*/ 4243589 w 4243589"/>
              <a:gd name="csY7" fmla="*/ 0 h 27432"/>
              <a:gd name="csX8" fmla="*/ 4243589 w 4243589"/>
              <a:gd name="csY8" fmla="*/ 27432 h 27432"/>
              <a:gd name="csX9" fmla="*/ 3637362 w 4243589"/>
              <a:gd name="csY9" fmla="*/ 27432 h 27432"/>
              <a:gd name="csX10" fmla="*/ 3116007 w 4243589"/>
              <a:gd name="csY10" fmla="*/ 27432 h 27432"/>
              <a:gd name="csX11" fmla="*/ 2424908 w 4243589"/>
              <a:gd name="csY11" fmla="*/ 27432 h 27432"/>
              <a:gd name="csX12" fmla="*/ 1861117 w 4243589"/>
              <a:gd name="csY12" fmla="*/ 27432 h 27432"/>
              <a:gd name="csX13" fmla="*/ 1382198 w 4243589"/>
              <a:gd name="csY13" fmla="*/ 27432 h 27432"/>
              <a:gd name="csX14" fmla="*/ 733535 w 4243589"/>
              <a:gd name="csY14" fmla="*/ 27432 h 27432"/>
              <a:gd name="csX15" fmla="*/ 0 w 4243589"/>
              <a:gd name="csY15" fmla="*/ 27432 h 27432"/>
              <a:gd name="csX16" fmla="*/ 0 w 4243589"/>
              <a:gd name="csY16" fmla="*/ 0 h 274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24EF9DF8-704A-44AE-8850-307DDACC9387}"/>
              </a:ext>
            </a:extLst>
          </p:cNvPr>
          <p:cNvSpPr>
            <a:spLocks noGrp="1"/>
          </p:cNvSpPr>
          <p:nvPr>
            <p:ph type="ctrTitle"/>
          </p:nvPr>
        </p:nvSpPr>
        <p:spPr>
          <a:xfrm>
            <a:off x="841248" y="448056"/>
            <a:ext cx="10515600" cy="4069080"/>
          </a:xfrm>
        </p:spPr>
        <p:txBody>
          <a:bodyPr anchor="b">
            <a:noAutofit/>
          </a:bodyPr>
          <a:lstStyle>
            <a:lvl1pPr algn="l">
              <a:defRPr sz="96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3CC72E09-06F3-48B9-9B95-DE15EC98017B}"/>
              </a:ext>
            </a:extLst>
          </p:cNvPr>
          <p:cNvSpPr>
            <a:spLocks noGrp="1"/>
          </p:cNvSpPr>
          <p:nvPr>
            <p:ph type="subTitle" idx="1"/>
          </p:nvPr>
        </p:nvSpPr>
        <p:spPr>
          <a:xfrm>
            <a:off x="841248" y="4983480"/>
            <a:ext cx="10515600" cy="1124712"/>
          </a:xfrm>
        </p:spPr>
        <p:txBody>
          <a:bodyPr>
            <a:normAutofit/>
          </a:bodyPr>
          <a:lstStyle>
            <a:lvl1pPr marL="0" indent="0" algn="l">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E11CD474-E5E1-4D01-97F6-0C9FC09332C0}"/>
              </a:ext>
            </a:extLst>
          </p:cNvPr>
          <p:cNvSpPr>
            <a:spLocks noGrp="1"/>
          </p:cNvSpPr>
          <p:nvPr>
            <p:ph type="dt" sz="half" idx="10"/>
          </p:nvPr>
        </p:nvSpPr>
        <p:spPr/>
        <p:txBody>
          <a:bodyPr/>
          <a:lstStyle/>
          <a:p>
            <a:fld id="{72345051-2045-45DA-935E-2E3CA1A69ADC}" type="datetimeFigureOut">
              <a:rPr lang="en-US" smtClean="0"/>
              <a:t>4/23/2026</a:t>
            </a:fld>
            <a:endParaRPr lang="en-US" dirty="0"/>
          </a:p>
        </p:txBody>
      </p:sp>
      <p:sp>
        <p:nvSpPr>
          <p:cNvPr id="5" name="Footer Placeholder 4">
            <a:extLst>
              <a:ext uri="{FF2B5EF4-FFF2-40B4-BE49-F238E27FC236}">
                <a16:creationId xmlns:a16="http://schemas.microsoft.com/office/drawing/2014/main" id="{C636BBC7-EB9B-4B36-88E9-DBF65D270E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8786C7-DD8D-492F-9A9A-A7B3EBE27FE9}"/>
              </a:ext>
            </a:extLst>
          </p:cNvPr>
          <p:cNvSpPr>
            <a:spLocks noGrp="1"/>
          </p:cNvSpPr>
          <p:nvPr>
            <p:ph type="sldNum" sz="quarter" idx="12"/>
          </p:nvPr>
        </p:nvSpPr>
        <p:spPr/>
        <p:txBody>
          <a:bodyPr/>
          <a:lstStyle/>
          <a:p>
            <a:fld id="{A7CD31F4-64FA-4BA0-9498-67783267A8C8}" type="slidenum">
              <a:rPr lang="en-US" smtClean="0"/>
              <a:t>‹#›</a:t>
            </a:fld>
            <a:endParaRPr lang="en-US"/>
          </a:p>
        </p:txBody>
      </p:sp>
    </p:spTree>
    <p:extLst>
      <p:ext uri="{BB962C8B-B14F-4D97-AF65-F5344CB8AC3E}">
        <p14:creationId xmlns:p14="http://schemas.microsoft.com/office/powerpoint/2010/main" val="6835794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5D02BC-5A24-47F7-A4DF-B93FBC0C51B0}"/>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8E9219E-EE74-4093-94D6-F663E059C504}"/>
              </a:ext>
            </a:extLst>
          </p:cNvPr>
          <p:cNvSpPr>
            <a:spLocks noGrp="1"/>
          </p:cNvSpPr>
          <p:nvPr>
            <p:ph idx="1"/>
          </p:nvPr>
        </p:nvSpPr>
        <p:spPr>
          <a:xfrm>
            <a:off x="838200" y="1929384"/>
            <a:ext cx="10515600" cy="4251960"/>
          </a:xfrm>
        </p:spPr>
        <p:txBody>
          <a:bodyPr>
            <a:normAutofit/>
          </a:bodyPr>
          <a:lstStyle>
            <a:lvl1pPr>
              <a:defRPr sz="2800"/>
            </a:lvl1pPr>
            <a:lvl2pPr>
              <a:defRPr sz="2400"/>
            </a:lvl2pPr>
            <a:lvl3pPr>
              <a:defRPr sz="2000"/>
            </a:lvl3pPr>
            <a:lvl4pPr>
              <a:defRPr sz="1800"/>
            </a:lvl4pPr>
            <a:lvl5pPr>
              <a:defRPr sz="1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2A61642-BFBA-48AE-A29C-C2AA7386AE95}"/>
              </a:ext>
            </a:extLst>
          </p:cNvPr>
          <p:cNvSpPr>
            <a:spLocks noGrp="1"/>
          </p:cNvSpPr>
          <p:nvPr>
            <p:ph type="dt" sz="half" idx="10"/>
          </p:nvPr>
        </p:nvSpPr>
        <p:spPr/>
        <p:txBody>
          <a:bodyPr/>
          <a:lstStyle/>
          <a:p>
            <a:fld id="{72345051-2045-45DA-935E-2E3CA1A69ADC}" type="datetimeFigureOut">
              <a:rPr lang="en-US" smtClean="0"/>
              <a:t>4/23/2026</a:t>
            </a:fld>
            <a:endParaRPr lang="en-US"/>
          </a:p>
        </p:txBody>
      </p:sp>
      <p:sp>
        <p:nvSpPr>
          <p:cNvPr id="5" name="Footer Placeholder 4">
            <a:extLst>
              <a:ext uri="{FF2B5EF4-FFF2-40B4-BE49-F238E27FC236}">
                <a16:creationId xmlns:a16="http://schemas.microsoft.com/office/drawing/2014/main" id="{2AD2029B-6646-4DBF-A302-76A513FC64D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6D4DFD-766F-4E45-A00C-2B5E8CE9A908}"/>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8" name="Rectangle 7" descr="Tag=AccentColor&#10;Flavor=Light&#10;Target=FillAndLine">
            <a:extLst>
              <a:ext uri="{FF2B5EF4-FFF2-40B4-BE49-F238E27FC236}">
                <a16:creationId xmlns:a16="http://schemas.microsoft.com/office/drawing/2014/main" id="{EBDD1931-9E86-4402-9A68-33A2D9EFB198}"/>
              </a:ext>
            </a:extLst>
          </p:cNvPr>
          <p:cNvSpPr/>
          <p:nvPr/>
        </p:nvSpPr>
        <p:spPr>
          <a:xfrm>
            <a:off x="838199" y="1709928"/>
            <a:ext cx="10515600" cy="27432"/>
          </a:xfrm>
          <a:custGeom>
            <a:avLst/>
            <a:gdLst>
              <a:gd name="csX0" fmla="*/ 0 w 10515600"/>
              <a:gd name="csY0" fmla="*/ 0 h 27432"/>
              <a:gd name="csX1" fmla="*/ 446913 w 10515600"/>
              <a:gd name="csY1" fmla="*/ 0 h 27432"/>
              <a:gd name="csX2" fmla="*/ 1104138 w 10515600"/>
              <a:gd name="csY2" fmla="*/ 0 h 27432"/>
              <a:gd name="csX3" fmla="*/ 1866519 w 10515600"/>
              <a:gd name="csY3" fmla="*/ 0 h 27432"/>
              <a:gd name="csX4" fmla="*/ 2208276 w 10515600"/>
              <a:gd name="csY4" fmla="*/ 0 h 27432"/>
              <a:gd name="csX5" fmla="*/ 2550033 w 10515600"/>
              <a:gd name="csY5" fmla="*/ 0 h 27432"/>
              <a:gd name="csX6" fmla="*/ 3417570 w 10515600"/>
              <a:gd name="csY6" fmla="*/ 0 h 27432"/>
              <a:gd name="csX7" fmla="*/ 4074795 w 10515600"/>
              <a:gd name="csY7" fmla="*/ 0 h 27432"/>
              <a:gd name="csX8" fmla="*/ 4416552 w 10515600"/>
              <a:gd name="csY8" fmla="*/ 0 h 27432"/>
              <a:gd name="csX9" fmla="*/ 5073777 w 10515600"/>
              <a:gd name="csY9" fmla="*/ 0 h 27432"/>
              <a:gd name="csX10" fmla="*/ 5941314 w 10515600"/>
              <a:gd name="csY10" fmla="*/ 0 h 27432"/>
              <a:gd name="csX11" fmla="*/ 6493383 w 10515600"/>
              <a:gd name="csY11" fmla="*/ 0 h 27432"/>
              <a:gd name="csX12" fmla="*/ 7045452 w 10515600"/>
              <a:gd name="csY12" fmla="*/ 0 h 27432"/>
              <a:gd name="csX13" fmla="*/ 7702677 w 10515600"/>
              <a:gd name="csY13" fmla="*/ 0 h 27432"/>
              <a:gd name="csX14" fmla="*/ 8465058 w 10515600"/>
              <a:gd name="csY14" fmla="*/ 0 h 27432"/>
              <a:gd name="csX15" fmla="*/ 9227439 w 10515600"/>
              <a:gd name="csY15" fmla="*/ 0 h 27432"/>
              <a:gd name="csX16" fmla="*/ 10515600 w 10515600"/>
              <a:gd name="csY16" fmla="*/ 0 h 27432"/>
              <a:gd name="csX17" fmla="*/ 10515600 w 10515600"/>
              <a:gd name="csY17" fmla="*/ 27432 h 27432"/>
              <a:gd name="csX18" fmla="*/ 10068687 w 10515600"/>
              <a:gd name="csY18" fmla="*/ 27432 h 27432"/>
              <a:gd name="csX19" fmla="*/ 9201150 w 10515600"/>
              <a:gd name="csY19" fmla="*/ 27432 h 27432"/>
              <a:gd name="csX20" fmla="*/ 8543925 w 10515600"/>
              <a:gd name="csY20" fmla="*/ 27432 h 27432"/>
              <a:gd name="csX21" fmla="*/ 8202168 w 10515600"/>
              <a:gd name="csY21" fmla="*/ 27432 h 27432"/>
              <a:gd name="csX22" fmla="*/ 7544943 w 10515600"/>
              <a:gd name="csY22" fmla="*/ 27432 h 27432"/>
              <a:gd name="csX23" fmla="*/ 6992874 w 10515600"/>
              <a:gd name="csY23" fmla="*/ 27432 h 27432"/>
              <a:gd name="csX24" fmla="*/ 6440805 w 10515600"/>
              <a:gd name="csY24" fmla="*/ 27432 h 27432"/>
              <a:gd name="csX25" fmla="*/ 5888736 w 10515600"/>
              <a:gd name="csY25" fmla="*/ 27432 h 27432"/>
              <a:gd name="csX26" fmla="*/ 5336667 w 10515600"/>
              <a:gd name="csY26" fmla="*/ 27432 h 27432"/>
              <a:gd name="csX27" fmla="*/ 4574286 w 10515600"/>
              <a:gd name="csY27" fmla="*/ 27432 h 27432"/>
              <a:gd name="csX28" fmla="*/ 3917061 w 10515600"/>
              <a:gd name="csY28" fmla="*/ 27432 h 27432"/>
              <a:gd name="csX29" fmla="*/ 3575304 w 10515600"/>
              <a:gd name="csY29" fmla="*/ 27432 h 27432"/>
              <a:gd name="csX30" fmla="*/ 3023235 w 10515600"/>
              <a:gd name="csY30" fmla="*/ 27432 h 27432"/>
              <a:gd name="csX31" fmla="*/ 2260854 w 10515600"/>
              <a:gd name="csY31" fmla="*/ 27432 h 27432"/>
              <a:gd name="csX32" fmla="*/ 1813941 w 10515600"/>
              <a:gd name="csY32" fmla="*/ 27432 h 27432"/>
              <a:gd name="csX33" fmla="*/ 946404 w 10515600"/>
              <a:gd name="csY33" fmla="*/ 27432 h 27432"/>
              <a:gd name="csX34" fmla="*/ 0 w 10515600"/>
              <a:gd name="csY34" fmla="*/ 27432 h 27432"/>
              <a:gd name="csX35" fmla="*/ 0 w 10515600"/>
              <a:gd name="csY35" fmla="*/ 0 h 274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515600" h="27432" fill="none" extrusionOk="0">
                <a:moveTo>
                  <a:pt x="0" y="0"/>
                </a:moveTo>
                <a:cubicBezTo>
                  <a:pt x="119693" y="-14343"/>
                  <a:pt x="253007" y="-7583"/>
                  <a:pt x="446913" y="0"/>
                </a:cubicBezTo>
                <a:cubicBezTo>
                  <a:pt x="640819" y="7583"/>
                  <a:pt x="841419" y="-7067"/>
                  <a:pt x="1104138" y="0"/>
                </a:cubicBezTo>
                <a:cubicBezTo>
                  <a:pt x="1366858" y="7067"/>
                  <a:pt x="1495525" y="1255"/>
                  <a:pt x="1866519" y="0"/>
                </a:cubicBezTo>
                <a:cubicBezTo>
                  <a:pt x="2237513" y="-1255"/>
                  <a:pt x="2043820" y="12003"/>
                  <a:pt x="2208276" y="0"/>
                </a:cubicBezTo>
                <a:cubicBezTo>
                  <a:pt x="2372732" y="-12003"/>
                  <a:pt x="2419452" y="9887"/>
                  <a:pt x="2550033" y="0"/>
                </a:cubicBezTo>
                <a:cubicBezTo>
                  <a:pt x="2680614" y="-9887"/>
                  <a:pt x="3098156" y="3827"/>
                  <a:pt x="3417570" y="0"/>
                </a:cubicBezTo>
                <a:cubicBezTo>
                  <a:pt x="3736984" y="-3827"/>
                  <a:pt x="3916040" y="-6233"/>
                  <a:pt x="4074795" y="0"/>
                </a:cubicBezTo>
                <a:cubicBezTo>
                  <a:pt x="4233551" y="6233"/>
                  <a:pt x="4279253" y="5661"/>
                  <a:pt x="4416552" y="0"/>
                </a:cubicBezTo>
                <a:cubicBezTo>
                  <a:pt x="4553851" y="-5661"/>
                  <a:pt x="4915758" y="26022"/>
                  <a:pt x="5073777" y="0"/>
                </a:cubicBezTo>
                <a:cubicBezTo>
                  <a:pt x="5231797" y="-26022"/>
                  <a:pt x="5612089" y="32230"/>
                  <a:pt x="5941314" y="0"/>
                </a:cubicBezTo>
                <a:cubicBezTo>
                  <a:pt x="6270539" y="-32230"/>
                  <a:pt x="6313600" y="3064"/>
                  <a:pt x="6493383" y="0"/>
                </a:cubicBezTo>
                <a:cubicBezTo>
                  <a:pt x="6673166" y="-3064"/>
                  <a:pt x="6902474" y="-21096"/>
                  <a:pt x="7045452" y="0"/>
                </a:cubicBezTo>
                <a:cubicBezTo>
                  <a:pt x="7188430" y="21096"/>
                  <a:pt x="7478162" y="17386"/>
                  <a:pt x="7702677" y="0"/>
                </a:cubicBezTo>
                <a:cubicBezTo>
                  <a:pt x="7927192" y="-17386"/>
                  <a:pt x="8295683" y="-35143"/>
                  <a:pt x="8465058" y="0"/>
                </a:cubicBezTo>
                <a:cubicBezTo>
                  <a:pt x="8634433" y="35143"/>
                  <a:pt x="8927835" y="4103"/>
                  <a:pt x="9227439" y="0"/>
                </a:cubicBezTo>
                <a:cubicBezTo>
                  <a:pt x="9527043" y="-4103"/>
                  <a:pt x="10105355" y="-17535"/>
                  <a:pt x="10515600" y="0"/>
                </a:cubicBezTo>
                <a:cubicBezTo>
                  <a:pt x="10515789" y="12323"/>
                  <a:pt x="10515633" y="14639"/>
                  <a:pt x="10515600" y="27432"/>
                </a:cubicBezTo>
                <a:cubicBezTo>
                  <a:pt x="10343646" y="15282"/>
                  <a:pt x="10223667" y="31057"/>
                  <a:pt x="10068687" y="27432"/>
                </a:cubicBezTo>
                <a:cubicBezTo>
                  <a:pt x="9913707" y="23807"/>
                  <a:pt x="9512455" y="4101"/>
                  <a:pt x="9201150" y="27432"/>
                </a:cubicBezTo>
                <a:cubicBezTo>
                  <a:pt x="8889845" y="50763"/>
                  <a:pt x="8866277" y="3158"/>
                  <a:pt x="8543925" y="27432"/>
                </a:cubicBezTo>
                <a:cubicBezTo>
                  <a:pt x="8221573" y="51706"/>
                  <a:pt x="8288348" y="37286"/>
                  <a:pt x="8202168" y="27432"/>
                </a:cubicBezTo>
                <a:cubicBezTo>
                  <a:pt x="8115988" y="17578"/>
                  <a:pt x="7797033" y="6631"/>
                  <a:pt x="7544943" y="27432"/>
                </a:cubicBezTo>
                <a:cubicBezTo>
                  <a:pt x="7292854" y="48233"/>
                  <a:pt x="7108060" y="41767"/>
                  <a:pt x="6992874" y="27432"/>
                </a:cubicBezTo>
                <a:cubicBezTo>
                  <a:pt x="6877688" y="13097"/>
                  <a:pt x="6668930" y="7947"/>
                  <a:pt x="6440805" y="27432"/>
                </a:cubicBezTo>
                <a:cubicBezTo>
                  <a:pt x="6212680" y="46917"/>
                  <a:pt x="6027476" y="35225"/>
                  <a:pt x="5888736" y="27432"/>
                </a:cubicBezTo>
                <a:cubicBezTo>
                  <a:pt x="5749996" y="19639"/>
                  <a:pt x="5574559" y="43627"/>
                  <a:pt x="5336667" y="27432"/>
                </a:cubicBezTo>
                <a:cubicBezTo>
                  <a:pt x="5098775" y="11237"/>
                  <a:pt x="4837534" y="41882"/>
                  <a:pt x="4574286" y="27432"/>
                </a:cubicBezTo>
                <a:cubicBezTo>
                  <a:pt x="4311038" y="12982"/>
                  <a:pt x="4126419" y="26678"/>
                  <a:pt x="3917061" y="27432"/>
                </a:cubicBezTo>
                <a:cubicBezTo>
                  <a:pt x="3707704" y="28186"/>
                  <a:pt x="3657291" y="40087"/>
                  <a:pt x="3575304" y="27432"/>
                </a:cubicBezTo>
                <a:cubicBezTo>
                  <a:pt x="3493317" y="14777"/>
                  <a:pt x="3185226" y="45867"/>
                  <a:pt x="3023235" y="27432"/>
                </a:cubicBezTo>
                <a:cubicBezTo>
                  <a:pt x="2861244" y="8997"/>
                  <a:pt x="2597085" y="35801"/>
                  <a:pt x="2260854" y="27432"/>
                </a:cubicBezTo>
                <a:cubicBezTo>
                  <a:pt x="1924623" y="19063"/>
                  <a:pt x="1996678" y="15705"/>
                  <a:pt x="1813941" y="27432"/>
                </a:cubicBezTo>
                <a:cubicBezTo>
                  <a:pt x="1631204" y="39159"/>
                  <a:pt x="1187542" y="49167"/>
                  <a:pt x="946404" y="27432"/>
                </a:cubicBezTo>
                <a:cubicBezTo>
                  <a:pt x="705266" y="5697"/>
                  <a:pt x="404743" y="28229"/>
                  <a:pt x="0" y="27432"/>
                </a:cubicBezTo>
                <a:cubicBezTo>
                  <a:pt x="244" y="15297"/>
                  <a:pt x="645" y="7129"/>
                  <a:pt x="0" y="0"/>
                </a:cubicBezTo>
                <a:close/>
              </a:path>
              <a:path w="10515600" h="27432" stroke="0" extrusionOk="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15650" y="5798"/>
                  <a:pt x="10515903" y="19375"/>
                  <a:pt x="10515600" y="27432"/>
                </a:cubicBezTo>
                <a:cubicBezTo>
                  <a:pt x="10304538" y="42307"/>
                  <a:pt x="10069280" y="3335"/>
                  <a:pt x="9753219" y="27432"/>
                </a:cubicBezTo>
                <a:cubicBezTo>
                  <a:pt x="9437158" y="51529"/>
                  <a:pt x="9488415" y="23852"/>
                  <a:pt x="9411462" y="27432"/>
                </a:cubicBezTo>
                <a:cubicBezTo>
                  <a:pt x="9334509" y="31012"/>
                  <a:pt x="9183755" y="44107"/>
                  <a:pt x="8964549" y="27432"/>
                </a:cubicBezTo>
                <a:cubicBezTo>
                  <a:pt x="8745343" y="10757"/>
                  <a:pt x="8279150" y="61693"/>
                  <a:pt x="8097012" y="27432"/>
                </a:cubicBezTo>
                <a:cubicBezTo>
                  <a:pt x="7914874" y="-6829"/>
                  <a:pt x="7608717" y="59556"/>
                  <a:pt x="7439787" y="27432"/>
                </a:cubicBezTo>
                <a:cubicBezTo>
                  <a:pt x="7270858" y="-4692"/>
                  <a:pt x="7154492" y="27026"/>
                  <a:pt x="6992874" y="27432"/>
                </a:cubicBezTo>
                <a:cubicBezTo>
                  <a:pt x="6831256" y="27838"/>
                  <a:pt x="6536817" y="51174"/>
                  <a:pt x="6335649" y="27432"/>
                </a:cubicBezTo>
                <a:cubicBezTo>
                  <a:pt x="6134481" y="3690"/>
                  <a:pt x="6097824" y="11070"/>
                  <a:pt x="5993892" y="27432"/>
                </a:cubicBezTo>
                <a:cubicBezTo>
                  <a:pt x="5889960" y="43794"/>
                  <a:pt x="5793821" y="34098"/>
                  <a:pt x="5652135" y="27432"/>
                </a:cubicBezTo>
                <a:cubicBezTo>
                  <a:pt x="5510449" y="20766"/>
                  <a:pt x="5168382" y="-3650"/>
                  <a:pt x="4994910" y="27432"/>
                </a:cubicBezTo>
                <a:cubicBezTo>
                  <a:pt x="4821439" y="58514"/>
                  <a:pt x="4653937" y="21362"/>
                  <a:pt x="4547997" y="27432"/>
                </a:cubicBezTo>
                <a:cubicBezTo>
                  <a:pt x="4442057" y="33502"/>
                  <a:pt x="4153363" y="33024"/>
                  <a:pt x="3785616" y="27432"/>
                </a:cubicBezTo>
                <a:cubicBezTo>
                  <a:pt x="3417869" y="21840"/>
                  <a:pt x="3544908" y="29840"/>
                  <a:pt x="3338703" y="27432"/>
                </a:cubicBezTo>
                <a:cubicBezTo>
                  <a:pt x="3132498" y="25024"/>
                  <a:pt x="2782152" y="45947"/>
                  <a:pt x="2576322" y="27432"/>
                </a:cubicBezTo>
                <a:cubicBezTo>
                  <a:pt x="2370492" y="8917"/>
                  <a:pt x="2347214" y="14129"/>
                  <a:pt x="2234565" y="27432"/>
                </a:cubicBezTo>
                <a:cubicBezTo>
                  <a:pt x="2121916" y="40735"/>
                  <a:pt x="1785921" y="49081"/>
                  <a:pt x="1472184" y="27432"/>
                </a:cubicBezTo>
                <a:cubicBezTo>
                  <a:pt x="1158447" y="5783"/>
                  <a:pt x="1203910" y="37937"/>
                  <a:pt x="1025271" y="27432"/>
                </a:cubicBezTo>
                <a:cubicBezTo>
                  <a:pt x="846632" y="16927"/>
                  <a:pt x="846577" y="17996"/>
                  <a:pt x="683514" y="27432"/>
                </a:cubicBezTo>
                <a:cubicBezTo>
                  <a:pt x="520451" y="36868"/>
                  <a:pt x="320799" y="46677"/>
                  <a:pt x="0" y="27432"/>
                </a:cubicBezTo>
                <a:cubicBezTo>
                  <a:pt x="-510" y="19859"/>
                  <a:pt x="-1106" y="11474"/>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36429432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218C0-6540-400C-BB51-353D5FD5CB00}"/>
              </a:ext>
            </a:extLst>
          </p:cNvPr>
          <p:cNvSpPr>
            <a:spLocks noGrp="1"/>
          </p:cNvSpPr>
          <p:nvPr>
            <p:ph type="title"/>
          </p:nvPr>
        </p:nvSpPr>
        <p:spPr>
          <a:xfrm>
            <a:off x="841248" y="448056"/>
            <a:ext cx="10515600" cy="4069080"/>
          </a:xfrm>
        </p:spPr>
        <p:txBody>
          <a:bodyPr anchor="b">
            <a:normAutofit/>
          </a:bodyPr>
          <a:lstStyle>
            <a:lvl1pPr>
              <a:defRPr sz="8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A81CD69-43B3-4FF7-AA41-30C36C957E65}"/>
              </a:ext>
            </a:extLst>
          </p:cNvPr>
          <p:cNvSpPr>
            <a:spLocks noGrp="1"/>
          </p:cNvSpPr>
          <p:nvPr>
            <p:ph type="body" idx="1"/>
          </p:nvPr>
        </p:nvSpPr>
        <p:spPr>
          <a:xfrm>
            <a:off x="841248" y="4983480"/>
            <a:ext cx="10515600" cy="1124712"/>
          </a:xfrm>
        </p:spPr>
        <p:txBody>
          <a:bodyPr>
            <a:normAutofit/>
          </a:bodyPr>
          <a:lstStyle>
            <a:lvl1pPr marL="0" indent="0">
              <a:buNone/>
              <a:defRPr sz="28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2BF300D-5CBE-47E9-A193-E23C8314D0EA}"/>
              </a:ext>
            </a:extLst>
          </p:cNvPr>
          <p:cNvSpPr>
            <a:spLocks noGrp="1"/>
          </p:cNvSpPr>
          <p:nvPr>
            <p:ph type="dt" sz="half" idx="10"/>
          </p:nvPr>
        </p:nvSpPr>
        <p:spPr/>
        <p:txBody>
          <a:bodyPr/>
          <a:lstStyle/>
          <a:p>
            <a:fld id="{72345051-2045-45DA-935E-2E3CA1A69ADC}" type="datetimeFigureOut">
              <a:rPr lang="en-US" smtClean="0"/>
              <a:t>4/23/2026</a:t>
            </a:fld>
            <a:endParaRPr lang="en-US"/>
          </a:p>
        </p:txBody>
      </p:sp>
      <p:sp>
        <p:nvSpPr>
          <p:cNvPr id="5" name="Footer Placeholder 4">
            <a:extLst>
              <a:ext uri="{FF2B5EF4-FFF2-40B4-BE49-F238E27FC236}">
                <a16:creationId xmlns:a16="http://schemas.microsoft.com/office/drawing/2014/main" id="{56E7DF3F-C51A-4DB1-9FCE-E3E0D8E9257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5269CF4-FAAB-44EF-A2A5-8352B4AA384F}"/>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7" name="Rectangle 6" descr="Tag=AccentColor&#10;Flavor=Light&#10;Target=FillAndLine">
            <a:extLst>
              <a:ext uri="{FF2B5EF4-FFF2-40B4-BE49-F238E27FC236}">
                <a16:creationId xmlns:a16="http://schemas.microsoft.com/office/drawing/2014/main" id="{417A8947-4521-4FE1-8E44-27363435CE1B}"/>
              </a:ext>
            </a:extLst>
          </p:cNvPr>
          <p:cNvSpPr/>
          <p:nvPr/>
        </p:nvSpPr>
        <p:spPr>
          <a:xfrm>
            <a:off x="838200" y="4736883"/>
            <a:ext cx="4243589" cy="27432"/>
          </a:xfrm>
          <a:custGeom>
            <a:avLst/>
            <a:gdLst>
              <a:gd name="csX0" fmla="*/ 0 w 4243589"/>
              <a:gd name="csY0" fmla="*/ 0 h 27432"/>
              <a:gd name="csX1" fmla="*/ 563791 w 4243589"/>
              <a:gd name="csY1" fmla="*/ 0 h 27432"/>
              <a:gd name="csX2" fmla="*/ 1042710 w 4243589"/>
              <a:gd name="csY2" fmla="*/ 0 h 27432"/>
              <a:gd name="csX3" fmla="*/ 1564066 w 4243589"/>
              <a:gd name="csY3" fmla="*/ 0 h 27432"/>
              <a:gd name="csX4" fmla="*/ 2212729 w 4243589"/>
              <a:gd name="csY4" fmla="*/ 0 h 27432"/>
              <a:gd name="csX5" fmla="*/ 2776520 w 4243589"/>
              <a:gd name="csY5" fmla="*/ 0 h 27432"/>
              <a:gd name="csX6" fmla="*/ 3297875 w 4243589"/>
              <a:gd name="csY6" fmla="*/ 0 h 27432"/>
              <a:gd name="csX7" fmla="*/ 4243589 w 4243589"/>
              <a:gd name="csY7" fmla="*/ 0 h 27432"/>
              <a:gd name="csX8" fmla="*/ 4243589 w 4243589"/>
              <a:gd name="csY8" fmla="*/ 27432 h 27432"/>
              <a:gd name="csX9" fmla="*/ 3637362 w 4243589"/>
              <a:gd name="csY9" fmla="*/ 27432 h 27432"/>
              <a:gd name="csX10" fmla="*/ 3116007 w 4243589"/>
              <a:gd name="csY10" fmla="*/ 27432 h 27432"/>
              <a:gd name="csX11" fmla="*/ 2424908 w 4243589"/>
              <a:gd name="csY11" fmla="*/ 27432 h 27432"/>
              <a:gd name="csX12" fmla="*/ 1861117 w 4243589"/>
              <a:gd name="csY12" fmla="*/ 27432 h 27432"/>
              <a:gd name="csX13" fmla="*/ 1382198 w 4243589"/>
              <a:gd name="csY13" fmla="*/ 27432 h 27432"/>
              <a:gd name="csX14" fmla="*/ 733535 w 4243589"/>
              <a:gd name="csY14" fmla="*/ 27432 h 27432"/>
              <a:gd name="csX15" fmla="*/ 0 w 4243589"/>
              <a:gd name="csY15" fmla="*/ 27432 h 27432"/>
              <a:gd name="csX16" fmla="*/ 0 w 4243589"/>
              <a:gd name="csY16" fmla="*/ 0 h 274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10559338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ADE264-531D-49C1-A8AF-2B4C1D218FAB}"/>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4B9A1B8-2F1B-46AA-858A-CFFF5AF7CEB0}"/>
              </a:ext>
            </a:extLst>
          </p:cNvPr>
          <p:cNvSpPr>
            <a:spLocks noGrp="1"/>
          </p:cNvSpPr>
          <p:nvPr>
            <p:ph sz="half" idx="1"/>
          </p:nvPr>
        </p:nvSpPr>
        <p:spPr>
          <a:xfrm>
            <a:off x="838200" y="1929384"/>
            <a:ext cx="5181600" cy="425196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6E6B9631-18C0-43BD-8AF3-9137D6D4C234}"/>
              </a:ext>
            </a:extLst>
          </p:cNvPr>
          <p:cNvSpPr>
            <a:spLocks noGrp="1"/>
          </p:cNvSpPr>
          <p:nvPr>
            <p:ph sz="half" idx="2"/>
          </p:nvPr>
        </p:nvSpPr>
        <p:spPr>
          <a:xfrm>
            <a:off x="6172200" y="1929384"/>
            <a:ext cx="5181600" cy="42519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E9032FCA-14C6-4497-9C27-3F58062442CE}"/>
              </a:ext>
            </a:extLst>
          </p:cNvPr>
          <p:cNvSpPr>
            <a:spLocks noGrp="1"/>
          </p:cNvSpPr>
          <p:nvPr>
            <p:ph type="dt" sz="half" idx="10"/>
          </p:nvPr>
        </p:nvSpPr>
        <p:spPr/>
        <p:txBody>
          <a:bodyPr/>
          <a:lstStyle/>
          <a:p>
            <a:fld id="{72345051-2045-45DA-935E-2E3CA1A69ADC}" type="datetimeFigureOut">
              <a:rPr lang="en-US" smtClean="0"/>
              <a:t>4/23/2026</a:t>
            </a:fld>
            <a:endParaRPr lang="en-US"/>
          </a:p>
        </p:txBody>
      </p:sp>
      <p:sp>
        <p:nvSpPr>
          <p:cNvPr id="6" name="Footer Placeholder 5">
            <a:extLst>
              <a:ext uri="{FF2B5EF4-FFF2-40B4-BE49-F238E27FC236}">
                <a16:creationId xmlns:a16="http://schemas.microsoft.com/office/drawing/2014/main" id="{961E5057-693B-4E10-958E-0ABE79FEC70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70CECB1-0A35-4C10-9D3D-FE4404283011}"/>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9" name="Rectangle 8" descr="Tag=AccentColor&#10;Flavor=Light&#10;Target=FillAndLine">
            <a:extLst>
              <a:ext uri="{FF2B5EF4-FFF2-40B4-BE49-F238E27FC236}">
                <a16:creationId xmlns:a16="http://schemas.microsoft.com/office/drawing/2014/main" id="{2FAAC677-2D37-4F63-9C4B-711A2988EE02}"/>
              </a:ext>
            </a:extLst>
          </p:cNvPr>
          <p:cNvSpPr/>
          <p:nvPr/>
        </p:nvSpPr>
        <p:spPr>
          <a:xfrm>
            <a:off x="838199" y="1709928"/>
            <a:ext cx="10515600" cy="27432"/>
          </a:xfrm>
          <a:custGeom>
            <a:avLst/>
            <a:gdLst>
              <a:gd name="csX0" fmla="*/ 0 w 10515600"/>
              <a:gd name="csY0" fmla="*/ 0 h 27432"/>
              <a:gd name="csX1" fmla="*/ 446913 w 10515600"/>
              <a:gd name="csY1" fmla="*/ 0 h 27432"/>
              <a:gd name="csX2" fmla="*/ 1104138 w 10515600"/>
              <a:gd name="csY2" fmla="*/ 0 h 27432"/>
              <a:gd name="csX3" fmla="*/ 1866519 w 10515600"/>
              <a:gd name="csY3" fmla="*/ 0 h 27432"/>
              <a:gd name="csX4" fmla="*/ 2208276 w 10515600"/>
              <a:gd name="csY4" fmla="*/ 0 h 27432"/>
              <a:gd name="csX5" fmla="*/ 2550033 w 10515600"/>
              <a:gd name="csY5" fmla="*/ 0 h 27432"/>
              <a:gd name="csX6" fmla="*/ 3417570 w 10515600"/>
              <a:gd name="csY6" fmla="*/ 0 h 27432"/>
              <a:gd name="csX7" fmla="*/ 4074795 w 10515600"/>
              <a:gd name="csY7" fmla="*/ 0 h 27432"/>
              <a:gd name="csX8" fmla="*/ 4416552 w 10515600"/>
              <a:gd name="csY8" fmla="*/ 0 h 27432"/>
              <a:gd name="csX9" fmla="*/ 5073777 w 10515600"/>
              <a:gd name="csY9" fmla="*/ 0 h 27432"/>
              <a:gd name="csX10" fmla="*/ 5941314 w 10515600"/>
              <a:gd name="csY10" fmla="*/ 0 h 27432"/>
              <a:gd name="csX11" fmla="*/ 6493383 w 10515600"/>
              <a:gd name="csY11" fmla="*/ 0 h 27432"/>
              <a:gd name="csX12" fmla="*/ 7045452 w 10515600"/>
              <a:gd name="csY12" fmla="*/ 0 h 27432"/>
              <a:gd name="csX13" fmla="*/ 7702677 w 10515600"/>
              <a:gd name="csY13" fmla="*/ 0 h 27432"/>
              <a:gd name="csX14" fmla="*/ 8465058 w 10515600"/>
              <a:gd name="csY14" fmla="*/ 0 h 27432"/>
              <a:gd name="csX15" fmla="*/ 9227439 w 10515600"/>
              <a:gd name="csY15" fmla="*/ 0 h 27432"/>
              <a:gd name="csX16" fmla="*/ 10515600 w 10515600"/>
              <a:gd name="csY16" fmla="*/ 0 h 27432"/>
              <a:gd name="csX17" fmla="*/ 10515600 w 10515600"/>
              <a:gd name="csY17" fmla="*/ 27432 h 27432"/>
              <a:gd name="csX18" fmla="*/ 10068687 w 10515600"/>
              <a:gd name="csY18" fmla="*/ 27432 h 27432"/>
              <a:gd name="csX19" fmla="*/ 9201150 w 10515600"/>
              <a:gd name="csY19" fmla="*/ 27432 h 27432"/>
              <a:gd name="csX20" fmla="*/ 8543925 w 10515600"/>
              <a:gd name="csY20" fmla="*/ 27432 h 27432"/>
              <a:gd name="csX21" fmla="*/ 8202168 w 10515600"/>
              <a:gd name="csY21" fmla="*/ 27432 h 27432"/>
              <a:gd name="csX22" fmla="*/ 7544943 w 10515600"/>
              <a:gd name="csY22" fmla="*/ 27432 h 27432"/>
              <a:gd name="csX23" fmla="*/ 6992874 w 10515600"/>
              <a:gd name="csY23" fmla="*/ 27432 h 27432"/>
              <a:gd name="csX24" fmla="*/ 6440805 w 10515600"/>
              <a:gd name="csY24" fmla="*/ 27432 h 27432"/>
              <a:gd name="csX25" fmla="*/ 5888736 w 10515600"/>
              <a:gd name="csY25" fmla="*/ 27432 h 27432"/>
              <a:gd name="csX26" fmla="*/ 5336667 w 10515600"/>
              <a:gd name="csY26" fmla="*/ 27432 h 27432"/>
              <a:gd name="csX27" fmla="*/ 4574286 w 10515600"/>
              <a:gd name="csY27" fmla="*/ 27432 h 27432"/>
              <a:gd name="csX28" fmla="*/ 3917061 w 10515600"/>
              <a:gd name="csY28" fmla="*/ 27432 h 27432"/>
              <a:gd name="csX29" fmla="*/ 3575304 w 10515600"/>
              <a:gd name="csY29" fmla="*/ 27432 h 27432"/>
              <a:gd name="csX30" fmla="*/ 3023235 w 10515600"/>
              <a:gd name="csY30" fmla="*/ 27432 h 27432"/>
              <a:gd name="csX31" fmla="*/ 2260854 w 10515600"/>
              <a:gd name="csY31" fmla="*/ 27432 h 27432"/>
              <a:gd name="csX32" fmla="*/ 1813941 w 10515600"/>
              <a:gd name="csY32" fmla="*/ 27432 h 27432"/>
              <a:gd name="csX33" fmla="*/ 946404 w 10515600"/>
              <a:gd name="csY33" fmla="*/ 27432 h 27432"/>
              <a:gd name="csX34" fmla="*/ 0 w 10515600"/>
              <a:gd name="csY34" fmla="*/ 27432 h 27432"/>
              <a:gd name="csX35" fmla="*/ 0 w 10515600"/>
              <a:gd name="csY35" fmla="*/ 0 h 274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515600" h="27432" fill="none" extrusionOk="0">
                <a:moveTo>
                  <a:pt x="0" y="0"/>
                </a:moveTo>
                <a:cubicBezTo>
                  <a:pt x="119693" y="-14343"/>
                  <a:pt x="253007" y="-7583"/>
                  <a:pt x="446913" y="0"/>
                </a:cubicBezTo>
                <a:cubicBezTo>
                  <a:pt x="640819" y="7583"/>
                  <a:pt x="841419" y="-7067"/>
                  <a:pt x="1104138" y="0"/>
                </a:cubicBezTo>
                <a:cubicBezTo>
                  <a:pt x="1366858" y="7067"/>
                  <a:pt x="1495525" y="1255"/>
                  <a:pt x="1866519" y="0"/>
                </a:cubicBezTo>
                <a:cubicBezTo>
                  <a:pt x="2237513" y="-1255"/>
                  <a:pt x="2043820" y="12003"/>
                  <a:pt x="2208276" y="0"/>
                </a:cubicBezTo>
                <a:cubicBezTo>
                  <a:pt x="2372732" y="-12003"/>
                  <a:pt x="2419452" y="9887"/>
                  <a:pt x="2550033" y="0"/>
                </a:cubicBezTo>
                <a:cubicBezTo>
                  <a:pt x="2680614" y="-9887"/>
                  <a:pt x="3098156" y="3827"/>
                  <a:pt x="3417570" y="0"/>
                </a:cubicBezTo>
                <a:cubicBezTo>
                  <a:pt x="3736984" y="-3827"/>
                  <a:pt x="3916040" y="-6233"/>
                  <a:pt x="4074795" y="0"/>
                </a:cubicBezTo>
                <a:cubicBezTo>
                  <a:pt x="4233551" y="6233"/>
                  <a:pt x="4279253" y="5661"/>
                  <a:pt x="4416552" y="0"/>
                </a:cubicBezTo>
                <a:cubicBezTo>
                  <a:pt x="4553851" y="-5661"/>
                  <a:pt x="4915758" y="26022"/>
                  <a:pt x="5073777" y="0"/>
                </a:cubicBezTo>
                <a:cubicBezTo>
                  <a:pt x="5231797" y="-26022"/>
                  <a:pt x="5612089" y="32230"/>
                  <a:pt x="5941314" y="0"/>
                </a:cubicBezTo>
                <a:cubicBezTo>
                  <a:pt x="6270539" y="-32230"/>
                  <a:pt x="6313600" y="3064"/>
                  <a:pt x="6493383" y="0"/>
                </a:cubicBezTo>
                <a:cubicBezTo>
                  <a:pt x="6673166" y="-3064"/>
                  <a:pt x="6902474" y="-21096"/>
                  <a:pt x="7045452" y="0"/>
                </a:cubicBezTo>
                <a:cubicBezTo>
                  <a:pt x="7188430" y="21096"/>
                  <a:pt x="7478162" y="17386"/>
                  <a:pt x="7702677" y="0"/>
                </a:cubicBezTo>
                <a:cubicBezTo>
                  <a:pt x="7927192" y="-17386"/>
                  <a:pt x="8295683" y="-35143"/>
                  <a:pt x="8465058" y="0"/>
                </a:cubicBezTo>
                <a:cubicBezTo>
                  <a:pt x="8634433" y="35143"/>
                  <a:pt x="8927835" y="4103"/>
                  <a:pt x="9227439" y="0"/>
                </a:cubicBezTo>
                <a:cubicBezTo>
                  <a:pt x="9527043" y="-4103"/>
                  <a:pt x="10105355" y="-17535"/>
                  <a:pt x="10515600" y="0"/>
                </a:cubicBezTo>
                <a:cubicBezTo>
                  <a:pt x="10515789" y="12323"/>
                  <a:pt x="10515633" y="14639"/>
                  <a:pt x="10515600" y="27432"/>
                </a:cubicBezTo>
                <a:cubicBezTo>
                  <a:pt x="10343646" y="15282"/>
                  <a:pt x="10223667" y="31057"/>
                  <a:pt x="10068687" y="27432"/>
                </a:cubicBezTo>
                <a:cubicBezTo>
                  <a:pt x="9913707" y="23807"/>
                  <a:pt x="9512455" y="4101"/>
                  <a:pt x="9201150" y="27432"/>
                </a:cubicBezTo>
                <a:cubicBezTo>
                  <a:pt x="8889845" y="50763"/>
                  <a:pt x="8866277" y="3158"/>
                  <a:pt x="8543925" y="27432"/>
                </a:cubicBezTo>
                <a:cubicBezTo>
                  <a:pt x="8221573" y="51706"/>
                  <a:pt x="8288348" y="37286"/>
                  <a:pt x="8202168" y="27432"/>
                </a:cubicBezTo>
                <a:cubicBezTo>
                  <a:pt x="8115988" y="17578"/>
                  <a:pt x="7797033" y="6631"/>
                  <a:pt x="7544943" y="27432"/>
                </a:cubicBezTo>
                <a:cubicBezTo>
                  <a:pt x="7292854" y="48233"/>
                  <a:pt x="7108060" y="41767"/>
                  <a:pt x="6992874" y="27432"/>
                </a:cubicBezTo>
                <a:cubicBezTo>
                  <a:pt x="6877688" y="13097"/>
                  <a:pt x="6668930" y="7947"/>
                  <a:pt x="6440805" y="27432"/>
                </a:cubicBezTo>
                <a:cubicBezTo>
                  <a:pt x="6212680" y="46917"/>
                  <a:pt x="6027476" y="35225"/>
                  <a:pt x="5888736" y="27432"/>
                </a:cubicBezTo>
                <a:cubicBezTo>
                  <a:pt x="5749996" y="19639"/>
                  <a:pt x="5574559" y="43627"/>
                  <a:pt x="5336667" y="27432"/>
                </a:cubicBezTo>
                <a:cubicBezTo>
                  <a:pt x="5098775" y="11237"/>
                  <a:pt x="4837534" y="41882"/>
                  <a:pt x="4574286" y="27432"/>
                </a:cubicBezTo>
                <a:cubicBezTo>
                  <a:pt x="4311038" y="12982"/>
                  <a:pt x="4126419" y="26678"/>
                  <a:pt x="3917061" y="27432"/>
                </a:cubicBezTo>
                <a:cubicBezTo>
                  <a:pt x="3707704" y="28186"/>
                  <a:pt x="3657291" y="40087"/>
                  <a:pt x="3575304" y="27432"/>
                </a:cubicBezTo>
                <a:cubicBezTo>
                  <a:pt x="3493317" y="14777"/>
                  <a:pt x="3185226" y="45867"/>
                  <a:pt x="3023235" y="27432"/>
                </a:cubicBezTo>
                <a:cubicBezTo>
                  <a:pt x="2861244" y="8997"/>
                  <a:pt x="2597085" y="35801"/>
                  <a:pt x="2260854" y="27432"/>
                </a:cubicBezTo>
                <a:cubicBezTo>
                  <a:pt x="1924623" y="19063"/>
                  <a:pt x="1996678" y="15705"/>
                  <a:pt x="1813941" y="27432"/>
                </a:cubicBezTo>
                <a:cubicBezTo>
                  <a:pt x="1631204" y="39159"/>
                  <a:pt x="1187542" y="49167"/>
                  <a:pt x="946404" y="27432"/>
                </a:cubicBezTo>
                <a:cubicBezTo>
                  <a:pt x="705266" y="5697"/>
                  <a:pt x="404743" y="28229"/>
                  <a:pt x="0" y="27432"/>
                </a:cubicBezTo>
                <a:cubicBezTo>
                  <a:pt x="244" y="15297"/>
                  <a:pt x="645" y="7129"/>
                  <a:pt x="0" y="0"/>
                </a:cubicBezTo>
                <a:close/>
              </a:path>
              <a:path w="10515600" h="27432" stroke="0" extrusionOk="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15650" y="5798"/>
                  <a:pt x="10515903" y="19375"/>
                  <a:pt x="10515600" y="27432"/>
                </a:cubicBezTo>
                <a:cubicBezTo>
                  <a:pt x="10304538" y="42307"/>
                  <a:pt x="10069280" y="3335"/>
                  <a:pt x="9753219" y="27432"/>
                </a:cubicBezTo>
                <a:cubicBezTo>
                  <a:pt x="9437158" y="51529"/>
                  <a:pt x="9488415" y="23852"/>
                  <a:pt x="9411462" y="27432"/>
                </a:cubicBezTo>
                <a:cubicBezTo>
                  <a:pt x="9334509" y="31012"/>
                  <a:pt x="9183755" y="44107"/>
                  <a:pt x="8964549" y="27432"/>
                </a:cubicBezTo>
                <a:cubicBezTo>
                  <a:pt x="8745343" y="10757"/>
                  <a:pt x="8279150" y="61693"/>
                  <a:pt x="8097012" y="27432"/>
                </a:cubicBezTo>
                <a:cubicBezTo>
                  <a:pt x="7914874" y="-6829"/>
                  <a:pt x="7608717" y="59556"/>
                  <a:pt x="7439787" y="27432"/>
                </a:cubicBezTo>
                <a:cubicBezTo>
                  <a:pt x="7270858" y="-4692"/>
                  <a:pt x="7154492" y="27026"/>
                  <a:pt x="6992874" y="27432"/>
                </a:cubicBezTo>
                <a:cubicBezTo>
                  <a:pt x="6831256" y="27838"/>
                  <a:pt x="6536817" y="51174"/>
                  <a:pt x="6335649" y="27432"/>
                </a:cubicBezTo>
                <a:cubicBezTo>
                  <a:pt x="6134481" y="3690"/>
                  <a:pt x="6097824" y="11070"/>
                  <a:pt x="5993892" y="27432"/>
                </a:cubicBezTo>
                <a:cubicBezTo>
                  <a:pt x="5889960" y="43794"/>
                  <a:pt x="5793821" y="34098"/>
                  <a:pt x="5652135" y="27432"/>
                </a:cubicBezTo>
                <a:cubicBezTo>
                  <a:pt x="5510449" y="20766"/>
                  <a:pt x="5168382" y="-3650"/>
                  <a:pt x="4994910" y="27432"/>
                </a:cubicBezTo>
                <a:cubicBezTo>
                  <a:pt x="4821439" y="58514"/>
                  <a:pt x="4653937" y="21362"/>
                  <a:pt x="4547997" y="27432"/>
                </a:cubicBezTo>
                <a:cubicBezTo>
                  <a:pt x="4442057" y="33502"/>
                  <a:pt x="4153363" y="33024"/>
                  <a:pt x="3785616" y="27432"/>
                </a:cubicBezTo>
                <a:cubicBezTo>
                  <a:pt x="3417869" y="21840"/>
                  <a:pt x="3544908" y="29840"/>
                  <a:pt x="3338703" y="27432"/>
                </a:cubicBezTo>
                <a:cubicBezTo>
                  <a:pt x="3132498" y="25024"/>
                  <a:pt x="2782152" y="45947"/>
                  <a:pt x="2576322" y="27432"/>
                </a:cubicBezTo>
                <a:cubicBezTo>
                  <a:pt x="2370492" y="8917"/>
                  <a:pt x="2347214" y="14129"/>
                  <a:pt x="2234565" y="27432"/>
                </a:cubicBezTo>
                <a:cubicBezTo>
                  <a:pt x="2121916" y="40735"/>
                  <a:pt x="1785921" y="49081"/>
                  <a:pt x="1472184" y="27432"/>
                </a:cubicBezTo>
                <a:cubicBezTo>
                  <a:pt x="1158447" y="5783"/>
                  <a:pt x="1203910" y="37937"/>
                  <a:pt x="1025271" y="27432"/>
                </a:cubicBezTo>
                <a:cubicBezTo>
                  <a:pt x="846632" y="16927"/>
                  <a:pt x="846577" y="17996"/>
                  <a:pt x="683514" y="27432"/>
                </a:cubicBezTo>
                <a:cubicBezTo>
                  <a:pt x="520451" y="36868"/>
                  <a:pt x="320799" y="46677"/>
                  <a:pt x="0" y="27432"/>
                </a:cubicBezTo>
                <a:cubicBezTo>
                  <a:pt x="-510" y="19859"/>
                  <a:pt x="-1106" y="11474"/>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42414263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8AE282-8875-4F49-AB21-E1C2BCAEA1F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1712EA2-EF8C-4F18-BECF-AD121F72816A}"/>
              </a:ext>
            </a:extLst>
          </p:cNvPr>
          <p:cNvSpPr>
            <a:spLocks noGrp="1"/>
          </p:cNvSpPr>
          <p:nvPr>
            <p:ph type="body" idx="1"/>
          </p:nvPr>
        </p:nvSpPr>
        <p:spPr>
          <a:xfrm>
            <a:off x="839788" y="1938528"/>
            <a:ext cx="5157787" cy="823912"/>
          </a:xfrm>
        </p:spPr>
        <p:txBody>
          <a:bodyPr anchor="b">
            <a:normAutofit/>
          </a:bodyPr>
          <a:lstStyle>
            <a:lvl1pPr marL="0" indent="0">
              <a:buNone/>
              <a:defRPr sz="36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D7B59D4-E93F-40C1-A1A2-F1867830C678}"/>
              </a:ext>
            </a:extLst>
          </p:cNvPr>
          <p:cNvSpPr>
            <a:spLocks noGrp="1"/>
          </p:cNvSpPr>
          <p:nvPr>
            <p:ph sz="half" idx="2"/>
          </p:nvPr>
        </p:nvSpPr>
        <p:spPr>
          <a:xfrm>
            <a:off x="839788" y="2926080"/>
            <a:ext cx="5157787" cy="326440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6E810616-1C77-42AE-8449-D0B64E2B8475}"/>
              </a:ext>
            </a:extLst>
          </p:cNvPr>
          <p:cNvSpPr>
            <a:spLocks noGrp="1"/>
          </p:cNvSpPr>
          <p:nvPr>
            <p:ph type="body" sz="quarter" idx="3"/>
          </p:nvPr>
        </p:nvSpPr>
        <p:spPr>
          <a:xfrm>
            <a:off x="6172200" y="1938528"/>
            <a:ext cx="5183188" cy="823912"/>
          </a:xfrm>
        </p:spPr>
        <p:txBody>
          <a:bodyPr anchor="b">
            <a:normAutofit/>
          </a:bodyPr>
          <a:lstStyle>
            <a:lvl1pPr marL="0" indent="0">
              <a:buNone/>
              <a:defRPr sz="36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A74E172-AFE8-48E4-BBB0-CA6D4EC1127C}"/>
              </a:ext>
            </a:extLst>
          </p:cNvPr>
          <p:cNvSpPr>
            <a:spLocks noGrp="1"/>
          </p:cNvSpPr>
          <p:nvPr>
            <p:ph sz="quarter" idx="4"/>
          </p:nvPr>
        </p:nvSpPr>
        <p:spPr>
          <a:xfrm>
            <a:off x="6172200" y="2926080"/>
            <a:ext cx="5183188" cy="326440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4C9407CC-270D-4C98-B95C-7AE67D2E1913}"/>
              </a:ext>
            </a:extLst>
          </p:cNvPr>
          <p:cNvSpPr>
            <a:spLocks noGrp="1"/>
          </p:cNvSpPr>
          <p:nvPr>
            <p:ph type="dt" sz="half" idx="10"/>
          </p:nvPr>
        </p:nvSpPr>
        <p:spPr/>
        <p:txBody>
          <a:bodyPr/>
          <a:lstStyle/>
          <a:p>
            <a:fld id="{72345051-2045-45DA-935E-2E3CA1A69ADC}" type="datetimeFigureOut">
              <a:rPr lang="en-US" smtClean="0"/>
              <a:t>4/23/2026</a:t>
            </a:fld>
            <a:endParaRPr lang="en-US"/>
          </a:p>
        </p:txBody>
      </p:sp>
      <p:sp>
        <p:nvSpPr>
          <p:cNvPr id="8" name="Footer Placeholder 7">
            <a:extLst>
              <a:ext uri="{FF2B5EF4-FFF2-40B4-BE49-F238E27FC236}">
                <a16:creationId xmlns:a16="http://schemas.microsoft.com/office/drawing/2014/main" id="{454070D5-9B7B-47FC-9F75-F6AD9607452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28EAC17-33BE-4265-8C06-644C2D34FD3C}"/>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11" name="Rectangle 10" descr="Tag=AccentColor&#10;Flavor=Light&#10;Target=FillAndLine">
            <a:extLst>
              <a:ext uri="{FF2B5EF4-FFF2-40B4-BE49-F238E27FC236}">
                <a16:creationId xmlns:a16="http://schemas.microsoft.com/office/drawing/2014/main" id="{F634C457-AEBF-47D7-9200-BAD05D138B12}"/>
              </a:ext>
            </a:extLst>
          </p:cNvPr>
          <p:cNvSpPr/>
          <p:nvPr/>
        </p:nvSpPr>
        <p:spPr>
          <a:xfrm>
            <a:off x="838199" y="1709928"/>
            <a:ext cx="10515600" cy="27432"/>
          </a:xfrm>
          <a:custGeom>
            <a:avLst/>
            <a:gdLst>
              <a:gd name="csX0" fmla="*/ 0 w 10515600"/>
              <a:gd name="csY0" fmla="*/ 0 h 27432"/>
              <a:gd name="csX1" fmla="*/ 446913 w 10515600"/>
              <a:gd name="csY1" fmla="*/ 0 h 27432"/>
              <a:gd name="csX2" fmla="*/ 1104138 w 10515600"/>
              <a:gd name="csY2" fmla="*/ 0 h 27432"/>
              <a:gd name="csX3" fmla="*/ 1866519 w 10515600"/>
              <a:gd name="csY3" fmla="*/ 0 h 27432"/>
              <a:gd name="csX4" fmla="*/ 2208276 w 10515600"/>
              <a:gd name="csY4" fmla="*/ 0 h 27432"/>
              <a:gd name="csX5" fmla="*/ 2550033 w 10515600"/>
              <a:gd name="csY5" fmla="*/ 0 h 27432"/>
              <a:gd name="csX6" fmla="*/ 3417570 w 10515600"/>
              <a:gd name="csY6" fmla="*/ 0 h 27432"/>
              <a:gd name="csX7" fmla="*/ 4074795 w 10515600"/>
              <a:gd name="csY7" fmla="*/ 0 h 27432"/>
              <a:gd name="csX8" fmla="*/ 4416552 w 10515600"/>
              <a:gd name="csY8" fmla="*/ 0 h 27432"/>
              <a:gd name="csX9" fmla="*/ 5073777 w 10515600"/>
              <a:gd name="csY9" fmla="*/ 0 h 27432"/>
              <a:gd name="csX10" fmla="*/ 5941314 w 10515600"/>
              <a:gd name="csY10" fmla="*/ 0 h 27432"/>
              <a:gd name="csX11" fmla="*/ 6493383 w 10515600"/>
              <a:gd name="csY11" fmla="*/ 0 h 27432"/>
              <a:gd name="csX12" fmla="*/ 7045452 w 10515600"/>
              <a:gd name="csY12" fmla="*/ 0 h 27432"/>
              <a:gd name="csX13" fmla="*/ 7702677 w 10515600"/>
              <a:gd name="csY13" fmla="*/ 0 h 27432"/>
              <a:gd name="csX14" fmla="*/ 8465058 w 10515600"/>
              <a:gd name="csY14" fmla="*/ 0 h 27432"/>
              <a:gd name="csX15" fmla="*/ 9227439 w 10515600"/>
              <a:gd name="csY15" fmla="*/ 0 h 27432"/>
              <a:gd name="csX16" fmla="*/ 10515600 w 10515600"/>
              <a:gd name="csY16" fmla="*/ 0 h 27432"/>
              <a:gd name="csX17" fmla="*/ 10515600 w 10515600"/>
              <a:gd name="csY17" fmla="*/ 27432 h 27432"/>
              <a:gd name="csX18" fmla="*/ 10068687 w 10515600"/>
              <a:gd name="csY18" fmla="*/ 27432 h 27432"/>
              <a:gd name="csX19" fmla="*/ 9201150 w 10515600"/>
              <a:gd name="csY19" fmla="*/ 27432 h 27432"/>
              <a:gd name="csX20" fmla="*/ 8543925 w 10515600"/>
              <a:gd name="csY20" fmla="*/ 27432 h 27432"/>
              <a:gd name="csX21" fmla="*/ 8202168 w 10515600"/>
              <a:gd name="csY21" fmla="*/ 27432 h 27432"/>
              <a:gd name="csX22" fmla="*/ 7544943 w 10515600"/>
              <a:gd name="csY22" fmla="*/ 27432 h 27432"/>
              <a:gd name="csX23" fmla="*/ 6992874 w 10515600"/>
              <a:gd name="csY23" fmla="*/ 27432 h 27432"/>
              <a:gd name="csX24" fmla="*/ 6440805 w 10515600"/>
              <a:gd name="csY24" fmla="*/ 27432 h 27432"/>
              <a:gd name="csX25" fmla="*/ 5888736 w 10515600"/>
              <a:gd name="csY25" fmla="*/ 27432 h 27432"/>
              <a:gd name="csX26" fmla="*/ 5336667 w 10515600"/>
              <a:gd name="csY26" fmla="*/ 27432 h 27432"/>
              <a:gd name="csX27" fmla="*/ 4574286 w 10515600"/>
              <a:gd name="csY27" fmla="*/ 27432 h 27432"/>
              <a:gd name="csX28" fmla="*/ 3917061 w 10515600"/>
              <a:gd name="csY28" fmla="*/ 27432 h 27432"/>
              <a:gd name="csX29" fmla="*/ 3575304 w 10515600"/>
              <a:gd name="csY29" fmla="*/ 27432 h 27432"/>
              <a:gd name="csX30" fmla="*/ 3023235 w 10515600"/>
              <a:gd name="csY30" fmla="*/ 27432 h 27432"/>
              <a:gd name="csX31" fmla="*/ 2260854 w 10515600"/>
              <a:gd name="csY31" fmla="*/ 27432 h 27432"/>
              <a:gd name="csX32" fmla="*/ 1813941 w 10515600"/>
              <a:gd name="csY32" fmla="*/ 27432 h 27432"/>
              <a:gd name="csX33" fmla="*/ 946404 w 10515600"/>
              <a:gd name="csY33" fmla="*/ 27432 h 27432"/>
              <a:gd name="csX34" fmla="*/ 0 w 10515600"/>
              <a:gd name="csY34" fmla="*/ 27432 h 27432"/>
              <a:gd name="csX35" fmla="*/ 0 w 10515600"/>
              <a:gd name="csY35" fmla="*/ 0 h 274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515600" h="27432" fill="none" extrusionOk="0">
                <a:moveTo>
                  <a:pt x="0" y="0"/>
                </a:moveTo>
                <a:cubicBezTo>
                  <a:pt x="119693" y="-14343"/>
                  <a:pt x="253007" y="-7583"/>
                  <a:pt x="446913" y="0"/>
                </a:cubicBezTo>
                <a:cubicBezTo>
                  <a:pt x="640819" y="7583"/>
                  <a:pt x="841419" y="-7067"/>
                  <a:pt x="1104138" y="0"/>
                </a:cubicBezTo>
                <a:cubicBezTo>
                  <a:pt x="1366858" y="7067"/>
                  <a:pt x="1495525" y="1255"/>
                  <a:pt x="1866519" y="0"/>
                </a:cubicBezTo>
                <a:cubicBezTo>
                  <a:pt x="2237513" y="-1255"/>
                  <a:pt x="2043820" y="12003"/>
                  <a:pt x="2208276" y="0"/>
                </a:cubicBezTo>
                <a:cubicBezTo>
                  <a:pt x="2372732" y="-12003"/>
                  <a:pt x="2419452" y="9887"/>
                  <a:pt x="2550033" y="0"/>
                </a:cubicBezTo>
                <a:cubicBezTo>
                  <a:pt x="2680614" y="-9887"/>
                  <a:pt x="3098156" y="3827"/>
                  <a:pt x="3417570" y="0"/>
                </a:cubicBezTo>
                <a:cubicBezTo>
                  <a:pt x="3736984" y="-3827"/>
                  <a:pt x="3916040" y="-6233"/>
                  <a:pt x="4074795" y="0"/>
                </a:cubicBezTo>
                <a:cubicBezTo>
                  <a:pt x="4233551" y="6233"/>
                  <a:pt x="4279253" y="5661"/>
                  <a:pt x="4416552" y="0"/>
                </a:cubicBezTo>
                <a:cubicBezTo>
                  <a:pt x="4553851" y="-5661"/>
                  <a:pt x="4915758" y="26022"/>
                  <a:pt x="5073777" y="0"/>
                </a:cubicBezTo>
                <a:cubicBezTo>
                  <a:pt x="5231797" y="-26022"/>
                  <a:pt x="5612089" y="32230"/>
                  <a:pt x="5941314" y="0"/>
                </a:cubicBezTo>
                <a:cubicBezTo>
                  <a:pt x="6270539" y="-32230"/>
                  <a:pt x="6313600" y="3064"/>
                  <a:pt x="6493383" y="0"/>
                </a:cubicBezTo>
                <a:cubicBezTo>
                  <a:pt x="6673166" y="-3064"/>
                  <a:pt x="6902474" y="-21096"/>
                  <a:pt x="7045452" y="0"/>
                </a:cubicBezTo>
                <a:cubicBezTo>
                  <a:pt x="7188430" y="21096"/>
                  <a:pt x="7478162" y="17386"/>
                  <a:pt x="7702677" y="0"/>
                </a:cubicBezTo>
                <a:cubicBezTo>
                  <a:pt x="7927192" y="-17386"/>
                  <a:pt x="8295683" y="-35143"/>
                  <a:pt x="8465058" y="0"/>
                </a:cubicBezTo>
                <a:cubicBezTo>
                  <a:pt x="8634433" y="35143"/>
                  <a:pt x="8927835" y="4103"/>
                  <a:pt x="9227439" y="0"/>
                </a:cubicBezTo>
                <a:cubicBezTo>
                  <a:pt x="9527043" y="-4103"/>
                  <a:pt x="10105355" y="-17535"/>
                  <a:pt x="10515600" y="0"/>
                </a:cubicBezTo>
                <a:cubicBezTo>
                  <a:pt x="10515789" y="12323"/>
                  <a:pt x="10515633" y="14639"/>
                  <a:pt x="10515600" y="27432"/>
                </a:cubicBezTo>
                <a:cubicBezTo>
                  <a:pt x="10343646" y="15282"/>
                  <a:pt x="10223667" y="31057"/>
                  <a:pt x="10068687" y="27432"/>
                </a:cubicBezTo>
                <a:cubicBezTo>
                  <a:pt x="9913707" y="23807"/>
                  <a:pt x="9512455" y="4101"/>
                  <a:pt x="9201150" y="27432"/>
                </a:cubicBezTo>
                <a:cubicBezTo>
                  <a:pt x="8889845" y="50763"/>
                  <a:pt x="8866277" y="3158"/>
                  <a:pt x="8543925" y="27432"/>
                </a:cubicBezTo>
                <a:cubicBezTo>
                  <a:pt x="8221573" y="51706"/>
                  <a:pt x="8288348" y="37286"/>
                  <a:pt x="8202168" y="27432"/>
                </a:cubicBezTo>
                <a:cubicBezTo>
                  <a:pt x="8115988" y="17578"/>
                  <a:pt x="7797033" y="6631"/>
                  <a:pt x="7544943" y="27432"/>
                </a:cubicBezTo>
                <a:cubicBezTo>
                  <a:pt x="7292854" y="48233"/>
                  <a:pt x="7108060" y="41767"/>
                  <a:pt x="6992874" y="27432"/>
                </a:cubicBezTo>
                <a:cubicBezTo>
                  <a:pt x="6877688" y="13097"/>
                  <a:pt x="6668930" y="7947"/>
                  <a:pt x="6440805" y="27432"/>
                </a:cubicBezTo>
                <a:cubicBezTo>
                  <a:pt x="6212680" y="46917"/>
                  <a:pt x="6027476" y="35225"/>
                  <a:pt x="5888736" y="27432"/>
                </a:cubicBezTo>
                <a:cubicBezTo>
                  <a:pt x="5749996" y="19639"/>
                  <a:pt x="5574559" y="43627"/>
                  <a:pt x="5336667" y="27432"/>
                </a:cubicBezTo>
                <a:cubicBezTo>
                  <a:pt x="5098775" y="11237"/>
                  <a:pt x="4837534" y="41882"/>
                  <a:pt x="4574286" y="27432"/>
                </a:cubicBezTo>
                <a:cubicBezTo>
                  <a:pt x="4311038" y="12982"/>
                  <a:pt x="4126419" y="26678"/>
                  <a:pt x="3917061" y="27432"/>
                </a:cubicBezTo>
                <a:cubicBezTo>
                  <a:pt x="3707704" y="28186"/>
                  <a:pt x="3657291" y="40087"/>
                  <a:pt x="3575304" y="27432"/>
                </a:cubicBezTo>
                <a:cubicBezTo>
                  <a:pt x="3493317" y="14777"/>
                  <a:pt x="3185226" y="45867"/>
                  <a:pt x="3023235" y="27432"/>
                </a:cubicBezTo>
                <a:cubicBezTo>
                  <a:pt x="2861244" y="8997"/>
                  <a:pt x="2597085" y="35801"/>
                  <a:pt x="2260854" y="27432"/>
                </a:cubicBezTo>
                <a:cubicBezTo>
                  <a:pt x="1924623" y="19063"/>
                  <a:pt x="1996678" y="15705"/>
                  <a:pt x="1813941" y="27432"/>
                </a:cubicBezTo>
                <a:cubicBezTo>
                  <a:pt x="1631204" y="39159"/>
                  <a:pt x="1187542" y="49167"/>
                  <a:pt x="946404" y="27432"/>
                </a:cubicBezTo>
                <a:cubicBezTo>
                  <a:pt x="705266" y="5697"/>
                  <a:pt x="404743" y="28229"/>
                  <a:pt x="0" y="27432"/>
                </a:cubicBezTo>
                <a:cubicBezTo>
                  <a:pt x="244" y="15297"/>
                  <a:pt x="645" y="7129"/>
                  <a:pt x="0" y="0"/>
                </a:cubicBezTo>
                <a:close/>
              </a:path>
              <a:path w="10515600" h="27432" stroke="0" extrusionOk="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15650" y="5798"/>
                  <a:pt x="10515903" y="19375"/>
                  <a:pt x="10515600" y="27432"/>
                </a:cubicBezTo>
                <a:cubicBezTo>
                  <a:pt x="10304538" y="42307"/>
                  <a:pt x="10069280" y="3335"/>
                  <a:pt x="9753219" y="27432"/>
                </a:cubicBezTo>
                <a:cubicBezTo>
                  <a:pt x="9437158" y="51529"/>
                  <a:pt x="9488415" y="23852"/>
                  <a:pt x="9411462" y="27432"/>
                </a:cubicBezTo>
                <a:cubicBezTo>
                  <a:pt x="9334509" y="31012"/>
                  <a:pt x="9183755" y="44107"/>
                  <a:pt x="8964549" y="27432"/>
                </a:cubicBezTo>
                <a:cubicBezTo>
                  <a:pt x="8745343" y="10757"/>
                  <a:pt x="8279150" y="61693"/>
                  <a:pt x="8097012" y="27432"/>
                </a:cubicBezTo>
                <a:cubicBezTo>
                  <a:pt x="7914874" y="-6829"/>
                  <a:pt x="7608717" y="59556"/>
                  <a:pt x="7439787" y="27432"/>
                </a:cubicBezTo>
                <a:cubicBezTo>
                  <a:pt x="7270858" y="-4692"/>
                  <a:pt x="7154492" y="27026"/>
                  <a:pt x="6992874" y="27432"/>
                </a:cubicBezTo>
                <a:cubicBezTo>
                  <a:pt x="6831256" y="27838"/>
                  <a:pt x="6536817" y="51174"/>
                  <a:pt x="6335649" y="27432"/>
                </a:cubicBezTo>
                <a:cubicBezTo>
                  <a:pt x="6134481" y="3690"/>
                  <a:pt x="6097824" y="11070"/>
                  <a:pt x="5993892" y="27432"/>
                </a:cubicBezTo>
                <a:cubicBezTo>
                  <a:pt x="5889960" y="43794"/>
                  <a:pt x="5793821" y="34098"/>
                  <a:pt x="5652135" y="27432"/>
                </a:cubicBezTo>
                <a:cubicBezTo>
                  <a:pt x="5510449" y="20766"/>
                  <a:pt x="5168382" y="-3650"/>
                  <a:pt x="4994910" y="27432"/>
                </a:cubicBezTo>
                <a:cubicBezTo>
                  <a:pt x="4821439" y="58514"/>
                  <a:pt x="4653937" y="21362"/>
                  <a:pt x="4547997" y="27432"/>
                </a:cubicBezTo>
                <a:cubicBezTo>
                  <a:pt x="4442057" y="33502"/>
                  <a:pt x="4153363" y="33024"/>
                  <a:pt x="3785616" y="27432"/>
                </a:cubicBezTo>
                <a:cubicBezTo>
                  <a:pt x="3417869" y="21840"/>
                  <a:pt x="3544908" y="29840"/>
                  <a:pt x="3338703" y="27432"/>
                </a:cubicBezTo>
                <a:cubicBezTo>
                  <a:pt x="3132498" y="25024"/>
                  <a:pt x="2782152" y="45947"/>
                  <a:pt x="2576322" y="27432"/>
                </a:cubicBezTo>
                <a:cubicBezTo>
                  <a:pt x="2370492" y="8917"/>
                  <a:pt x="2347214" y="14129"/>
                  <a:pt x="2234565" y="27432"/>
                </a:cubicBezTo>
                <a:cubicBezTo>
                  <a:pt x="2121916" y="40735"/>
                  <a:pt x="1785921" y="49081"/>
                  <a:pt x="1472184" y="27432"/>
                </a:cubicBezTo>
                <a:cubicBezTo>
                  <a:pt x="1158447" y="5783"/>
                  <a:pt x="1203910" y="37937"/>
                  <a:pt x="1025271" y="27432"/>
                </a:cubicBezTo>
                <a:cubicBezTo>
                  <a:pt x="846632" y="16927"/>
                  <a:pt x="846577" y="17996"/>
                  <a:pt x="683514" y="27432"/>
                </a:cubicBezTo>
                <a:cubicBezTo>
                  <a:pt x="520451" y="36868"/>
                  <a:pt x="320799" y="46677"/>
                  <a:pt x="0" y="27432"/>
                </a:cubicBezTo>
                <a:cubicBezTo>
                  <a:pt x="-510" y="19859"/>
                  <a:pt x="-1106" y="11474"/>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32563299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EE9AC0-40CD-4451-BF00-5E2FC7B7451B}"/>
              </a:ext>
            </a:extLst>
          </p:cNvPr>
          <p:cNvSpPr>
            <a:spLocks noGrp="1"/>
          </p:cNvSpPr>
          <p:nvPr>
            <p:ph type="title"/>
          </p:nvPr>
        </p:nvSpPr>
        <p:spPr>
          <a:xfrm>
            <a:off x="2203704" y="1728216"/>
            <a:ext cx="7781544" cy="3392424"/>
          </a:xfrm>
        </p:spPr>
        <p:txBody>
          <a:bodyPr>
            <a:normAutofit/>
          </a:bodyPr>
          <a:lstStyle>
            <a:lvl1pPr algn="ctr">
              <a:defRPr sz="7800"/>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C6FD9A32-9C83-452B-BC69-CC6E95D3C93C}"/>
              </a:ext>
            </a:extLst>
          </p:cNvPr>
          <p:cNvSpPr>
            <a:spLocks noGrp="1"/>
          </p:cNvSpPr>
          <p:nvPr>
            <p:ph type="dt" sz="half" idx="10"/>
          </p:nvPr>
        </p:nvSpPr>
        <p:spPr/>
        <p:txBody>
          <a:bodyPr/>
          <a:lstStyle/>
          <a:p>
            <a:fld id="{72345051-2045-45DA-935E-2E3CA1A69ADC}" type="datetimeFigureOut">
              <a:rPr lang="en-US" smtClean="0"/>
              <a:t>4/23/2026</a:t>
            </a:fld>
            <a:endParaRPr lang="en-US"/>
          </a:p>
        </p:txBody>
      </p:sp>
      <p:sp>
        <p:nvSpPr>
          <p:cNvPr id="4" name="Footer Placeholder 3">
            <a:extLst>
              <a:ext uri="{FF2B5EF4-FFF2-40B4-BE49-F238E27FC236}">
                <a16:creationId xmlns:a16="http://schemas.microsoft.com/office/drawing/2014/main" id="{6B87B83E-E23E-42DE-876D-F55908A97DC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61C03A8-D428-4010-B413-13B1E9922628}"/>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6" name="Rectangle 6" descr="Tag=AccentColor&#10;Flavor=Light&#10;Target=FillAndLine">
            <a:extLst>
              <a:ext uri="{FF2B5EF4-FFF2-40B4-BE49-F238E27FC236}">
                <a16:creationId xmlns:a16="http://schemas.microsoft.com/office/drawing/2014/main" id="{17F03060-85EC-4182-8C18-C6EE0D373E4B}"/>
              </a:ext>
            </a:extLst>
          </p:cNvPr>
          <p:cNvSpPr/>
          <p:nvPr/>
        </p:nvSpPr>
        <p:spPr>
          <a:xfrm>
            <a:off x="3974206" y="5126892"/>
            <a:ext cx="4243589" cy="27432"/>
          </a:xfrm>
          <a:custGeom>
            <a:avLst/>
            <a:gdLst>
              <a:gd name="csX0" fmla="*/ 0 w 4243589"/>
              <a:gd name="csY0" fmla="*/ 0 h 27432"/>
              <a:gd name="csX1" fmla="*/ 563791 w 4243589"/>
              <a:gd name="csY1" fmla="*/ 0 h 27432"/>
              <a:gd name="csX2" fmla="*/ 1042710 w 4243589"/>
              <a:gd name="csY2" fmla="*/ 0 h 27432"/>
              <a:gd name="csX3" fmla="*/ 1564066 w 4243589"/>
              <a:gd name="csY3" fmla="*/ 0 h 27432"/>
              <a:gd name="csX4" fmla="*/ 2212729 w 4243589"/>
              <a:gd name="csY4" fmla="*/ 0 h 27432"/>
              <a:gd name="csX5" fmla="*/ 2776520 w 4243589"/>
              <a:gd name="csY5" fmla="*/ 0 h 27432"/>
              <a:gd name="csX6" fmla="*/ 3297875 w 4243589"/>
              <a:gd name="csY6" fmla="*/ 0 h 27432"/>
              <a:gd name="csX7" fmla="*/ 4243589 w 4243589"/>
              <a:gd name="csY7" fmla="*/ 0 h 27432"/>
              <a:gd name="csX8" fmla="*/ 4243589 w 4243589"/>
              <a:gd name="csY8" fmla="*/ 27432 h 27432"/>
              <a:gd name="csX9" fmla="*/ 3637362 w 4243589"/>
              <a:gd name="csY9" fmla="*/ 27432 h 27432"/>
              <a:gd name="csX10" fmla="*/ 3116007 w 4243589"/>
              <a:gd name="csY10" fmla="*/ 27432 h 27432"/>
              <a:gd name="csX11" fmla="*/ 2424908 w 4243589"/>
              <a:gd name="csY11" fmla="*/ 27432 h 27432"/>
              <a:gd name="csX12" fmla="*/ 1861117 w 4243589"/>
              <a:gd name="csY12" fmla="*/ 27432 h 27432"/>
              <a:gd name="csX13" fmla="*/ 1382198 w 4243589"/>
              <a:gd name="csY13" fmla="*/ 27432 h 27432"/>
              <a:gd name="csX14" fmla="*/ 733535 w 4243589"/>
              <a:gd name="csY14" fmla="*/ 27432 h 27432"/>
              <a:gd name="csX15" fmla="*/ 0 w 4243589"/>
              <a:gd name="csY15" fmla="*/ 27432 h 27432"/>
              <a:gd name="csX16" fmla="*/ 0 w 4243589"/>
              <a:gd name="csY16" fmla="*/ 0 h 274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12937887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72816A0-77C4-4A3F-87BD-A7321E3C84D2}"/>
              </a:ext>
            </a:extLst>
          </p:cNvPr>
          <p:cNvSpPr>
            <a:spLocks noGrp="1"/>
          </p:cNvSpPr>
          <p:nvPr>
            <p:ph type="dt" sz="half" idx="10"/>
          </p:nvPr>
        </p:nvSpPr>
        <p:spPr/>
        <p:txBody>
          <a:bodyPr/>
          <a:lstStyle/>
          <a:p>
            <a:fld id="{72345051-2045-45DA-935E-2E3CA1A69ADC}" type="datetimeFigureOut">
              <a:rPr lang="en-US" smtClean="0"/>
              <a:t>4/23/2026</a:t>
            </a:fld>
            <a:endParaRPr lang="en-US"/>
          </a:p>
        </p:txBody>
      </p:sp>
      <p:sp>
        <p:nvSpPr>
          <p:cNvPr id="3" name="Footer Placeholder 2">
            <a:extLst>
              <a:ext uri="{FF2B5EF4-FFF2-40B4-BE49-F238E27FC236}">
                <a16:creationId xmlns:a16="http://schemas.microsoft.com/office/drawing/2014/main" id="{A5FC3464-F026-4C77-9441-55ECA5054D5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87D9257-BADE-4D0B-AF0B-D09FE95FA078}"/>
              </a:ext>
            </a:extLst>
          </p:cNvPr>
          <p:cNvSpPr>
            <a:spLocks noGrp="1"/>
          </p:cNvSpPr>
          <p:nvPr>
            <p:ph type="sldNum" sz="quarter" idx="12"/>
          </p:nvPr>
        </p:nvSpPr>
        <p:spPr/>
        <p:txBody>
          <a:bodyPr/>
          <a:lstStyle/>
          <a:p>
            <a:fld id="{A7CD31F4-64FA-4BA0-9498-67783267A8C8}" type="slidenum">
              <a:rPr lang="en-US" smtClean="0"/>
              <a:t>‹#›</a:t>
            </a:fld>
            <a:endParaRPr lang="en-US"/>
          </a:p>
        </p:txBody>
      </p:sp>
    </p:spTree>
    <p:extLst>
      <p:ext uri="{BB962C8B-B14F-4D97-AF65-F5344CB8AC3E}">
        <p14:creationId xmlns:p14="http://schemas.microsoft.com/office/powerpoint/2010/main" val="4592381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A1C48E-F751-45A2-9010-208B81EDBE69}"/>
              </a:ext>
            </a:extLst>
          </p:cNvPr>
          <p:cNvSpPr>
            <a:spLocks noGrp="1"/>
          </p:cNvSpPr>
          <p:nvPr>
            <p:ph type="title"/>
          </p:nvPr>
        </p:nvSpPr>
        <p:spPr>
          <a:xfrm>
            <a:off x="839788" y="457200"/>
            <a:ext cx="3932237" cy="3429000"/>
          </a:xfrm>
        </p:spPr>
        <p:txBody>
          <a:bodyPr anchor="b">
            <a:normAutofit/>
          </a:bodyPr>
          <a:lstStyle>
            <a:lvl1pPr>
              <a:defRPr sz="6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9D501F6-8430-4758-8636-74D68E990EC3}"/>
              </a:ext>
            </a:extLst>
          </p:cNvPr>
          <p:cNvSpPr>
            <a:spLocks noGrp="1"/>
          </p:cNvSpPr>
          <p:nvPr>
            <p:ph idx="1"/>
          </p:nvPr>
        </p:nvSpPr>
        <p:spPr>
          <a:xfrm>
            <a:off x="5303520" y="548640"/>
            <a:ext cx="6053328" cy="5431536"/>
          </a:xfrm>
        </p:spPr>
        <p:txBody>
          <a:bodyPr anchor="ct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E79DC39-A29C-494C-98B6-999746C5F38A}"/>
              </a:ext>
            </a:extLst>
          </p:cNvPr>
          <p:cNvSpPr>
            <a:spLocks noGrp="1"/>
          </p:cNvSpPr>
          <p:nvPr>
            <p:ph type="body" sz="half" idx="2"/>
          </p:nvPr>
        </p:nvSpPr>
        <p:spPr>
          <a:xfrm>
            <a:off x="839788" y="3977640"/>
            <a:ext cx="3932237" cy="2002536"/>
          </a:xfrm>
        </p:spPr>
        <p:txBody>
          <a:bodyPr>
            <a:normAutofit/>
          </a:bodyPr>
          <a:lstStyle>
            <a:lvl1pPr marL="0" indent="0">
              <a:buNone/>
              <a:defRPr sz="3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2584C988-A6DB-469A-B8AA-31866F36E83D}"/>
              </a:ext>
            </a:extLst>
          </p:cNvPr>
          <p:cNvSpPr>
            <a:spLocks noGrp="1"/>
          </p:cNvSpPr>
          <p:nvPr>
            <p:ph type="dt" sz="half" idx="10"/>
          </p:nvPr>
        </p:nvSpPr>
        <p:spPr/>
        <p:txBody>
          <a:bodyPr/>
          <a:lstStyle/>
          <a:p>
            <a:fld id="{72345051-2045-45DA-935E-2E3CA1A69ADC}" type="datetimeFigureOut">
              <a:rPr lang="en-US" smtClean="0"/>
              <a:t>4/23/2026</a:t>
            </a:fld>
            <a:endParaRPr lang="en-US"/>
          </a:p>
        </p:txBody>
      </p:sp>
      <p:sp>
        <p:nvSpPr>
          <p:cNvPr id="6" name="Footer Placeholder 5">
            <a:extLst>
              <a:ext uri="{FF2B5EF4-FFF2-40B4-BE49-F238E27FC236}">
                <a16:creationId xmlns:a16="http://schemas.microsoft.com/office/drawing/2014/main" id="{02BC39C3-81EB-4828-9AD3-2F1FAC521E6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059376C-9810-49A5-BC9A-4E6A02175273}"/>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8" name="Rectangle 6" descr="Tag=AccentColor&#10;Flavor=Light&#10;Target=FillAndLine">
            <a:extLst>
              <a:ext uri="{FF2B5EF4-FFF2-40B4-BE49-F238E27FC236}">
                <a16:creationId xmlns:a16="http://schemas.microsoft.com/office/drawing/2014/main" id="{B9F96F3A-E64D-4401-B02C-BCD5CAA97CFF}"/>
              </a:ext>
            </a:extLst>
          </p:cNvPr>
          <p:cNvSpPr/>
          <p:nvPr/>
        </p:nvSpPr>
        <p:spPr>
          <a:xfrm rot="5400000">
            <a:off x="2797492" y="3254143"/>
            <a:ext cx="4480560" cy="27432"/>
          </a:xfrm>
          <a:custGeom>
            <a:avLst/>
            <a:gdLst>
              <a:gd name="csX0" fmla="*/ 0 w 4480560"/>
              <a:gd name="csY0" fmla="*/ 0 h 27432"/>
              <a:gd name="csX1" fmla="*/ 595274 w 4480560"/>
              <a:gd name="csY1" fmla="*/ 0 h 27432"/>
              <a:gd name="csX2" fmla="*/ 1100938 w 4480560"/>
              <a:gd name="csY2" fmla="*/ 0 h 27432"/>
              <a:gd name="csX3" fmla="*/ 1651406 w 4480560"/>
              <a:gd name="csY3" fmla="*/ 0 h 27432"/>
              <a:gd name="csX4" fmla="*/ 2336292 w 4480560"/>
              <a:gd name="csY4" fmla="*/ 0 h 27432"/>
              <a:gd name="csX5" fmla="*/ 2931566 w 4480560"/>
              <a:gd name="csY5" fmla="*/ 0 h 27432"/>
              <a:gd name="csX6" fmla="*/ 3482035 w 4480560"/>
              <a:gd name="csY6" fmla="*/ 0 h 27432"/>
              <a:gd name="csX7" fmla="*/ 4480560 w 4480560"/>
              <a:gd name="csY7" fmla="*/ 0 h 27432"/>
              <a:gd name="csX8" fmla="*/ 4480560 w 4480560"/>
              <a:gd name="csY8" fmla="*/ 27432 h 27432"/>
              <a:gd name="csX9" fmla="*/ 3840480 w 4480560"/>
              <a:gd name="csY9" fmla="*/ 27432 h 27432"/>
              <a:gd name="csX10" fmla="*/ 3290011 w 4480560"/>
              <a:gd name="csY10" fmla="*/ 27432 h 27432"/>
              <a:gd name="csX11" fmla="*/ 2560320 w 4480560"/>
              <a:gd name="csY11" fmla="*/ 27432 h 27432"/>
              <a:gd name="csX12" fmla="*/ 1965046 w 4480560"/>
              <a:gd name="csY12" fmla="*/ 27432 h 27432"/>
              <a:gd name="csX13" fmla="*/ 1459382 w 4480560"/>
              <a:gd name="csY13" fmla="*/ 27432 h 27432"/>
              <a:gd name="csX14" fmla="*/ 774497 w 4480560"/>
              <a:gd name="csY14" fmla="*/ 27432 h 27432"/>
              <a:gd name="csX15" fmla="*/ 0 w 4480560"/>
              <a:gd name="csY15" fmla="*/ 27432 h 27432"/>
              <a:gd name="csX16" fmla="*/ 0 w 4480560"/>
              <a:gd name="csY16" fmla="*/ 0 h 274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480560" h="27432"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79587" y="8304"/>
                  <a:pt x="4480082" y="21512"/>
                  <a:pt x="4480560" y="27432"/>
                </a:cubicBezTo>
                <a:cubicBezTo>
                  <a:pt x="4314132" y="24068"/>
                  <a:pt x="4028383" y="45776"/>
                  <a:pt x="3840480" y="27432"/>
                </a:cubicBezTo>
                <a:cubicBezTo>
                  <a:pt x="3652577" y="9088"/>
                  <a:pt x="3547615" y="11992"/>
                  <a:pt x="3290011" y="27432"/>
                </a:cubicBezTo>
                <a:cubicBezTo>
                  <a:pt x="3032407" y="42872"/>
                  <a:pt x="2830268" y="17863"/>
                  <a:pt x="2560320" y="27432"/>
                </a:cubicBezTo>
                <a:cubicBezTo>
                  <a:pt x="2290372" y="37001"/>
                  <a:pt x="2147422" y="15872"/>
                  <a:pt x="1965046" y="27432"/>
                </a:cubicBezTo>
                <a:cubicBezTo>
                  <a:pt x="1782670" y="38992"/>
                  <a:pt x="1689791" y="49824"/>
                  <a:pt x="1459382" y="27432"/>
                </a:cubicBezTo>
                <a:cubicBezTo>
                  <a:pt x="1228973" y="5040"/>
                  <a:pt x="915486" y="45645"/>
                  <a:pt x="774497" y="27432"/>
                </a:cubicBezTo>
                <a:cubicBezTo>
                  <a:pt x="633508" y="9219"/>
                  <a:pt x="361442" y="-1963"/>
                  <a:pt x="0" y="27432"/>
                </a:cubicBezTo>
                <a:cubicBezTo>
                  <a:pt x="-1048" y="14992"/>
                  <a:pt x="-1120" y="7447"/>
                  <a:pt x="0" y="0"/>
                </a:cubicBezTo>
                <a:close/>
              </a:path>
              <a:path w="4480560" h="27432"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81045" y="9333"/>
                  <a:pt x="4481838" y="19699"/>
                  <a:pt x="4480560" y="27432"/>
                </a:cubicBezTo>
                <a:cubicBezTo>
                  <a:pt x="4279652" y="2294"/>
                  <a:pt x="4200762" y="50710"/>
                  <a:pt x="3930091" y="27432"/>
                </a:cubicBezTo>
                <a:cubicBezTo>
                  <a:pt x="3659420" y="4154"/>
                  <a:pt x="3456052" y="31438"/>
                  <a:pt x="3290011" y="27432"/>
                </a:cubicBezTo>
                <a:cubicBezTo>
                  <a:pt x="3123970" y="23426"/>
                  <a:pt x="2882392" y="41962"/>
                  <a:pt x="2649931" y="27432"/>
                </a:cubicBezTo>
                <a:cubicBezTo>
                  <a:pt x="2417470" y="12902"/>
                  <a:pt x="2238426" y="16481"/>
                  <a:pt x="2054657" y="27432"/>
                </a:cubicBezTo>
                <a:cubicBezTo>
                  <a:pt x="1870888" y="38383"/>
                  <a:pt x="1566368" y="54184"/>
                  <a:pt x="1324966" y="27432"/>
                </a:cubicBezTo>
                <a:cubicBezTo>
                  <a:pt x="1083564" y="680"/>
                  <a:pt x="787410" y="20090"/>
                  <a:pt x="595274" y="27432"/>
                </a:cubicBezTo>
                <a:cubicBezTo>
                  <a:pt x="403138" y="34774"/>
                  <a:pt x="169622" y="19643"/>
                  <a:pt x="0" y="27432"/>
                </a:cubicBezTo>
                <a:cubicBezTo>
                  <a:pt x="211" y="18145"/>
                  <a:pt x="120" y="6480"/>
                  <a:pt x="0" y="0"/>
                </a:cubicBezTo>
                <a:close/>
              </a:path>
            </a:pathLst>
          </a:custGeom>
          <a:solidFill>
            <a:schemeClr val="tx1"/>
          </a:solidFill>
          <a:ln w="4445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303567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237704-80BD-41B0-8395-41618EC3AFBC}"/>
              </a:ext>
            </a:extLst>
          </p:cNvPr>
          <p:cNvSpPr>
            <a:spLocks noGrp="1"/>
          </p:cNvSpPr>
          <p:nvPr>
            <p:ph type="title"/>
          </p:nvPr>
        </p:nvSpPr>
        <p:spPr>
          <a:xfrm>
            <a:off x="839788" y="457200"/>
            <a:ext cx="3931920" cy="3429000"/>
          </a:xfrm>
        </p:spPr>
        <p:txBody>
          <a:bodyPr anchor="b">
            <a:normAutofit/>
          </a:bodyPr>
          <a:lstStyle>
            <a:lvl1pPr>
              <a:defRPr sz="60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14DA4032-EC66-4974-BD30-898B60E4B562}"/>
              </a:ext>
            </a:extLst>
          </p:cNvPr>
          <p:cNvSpPr>
            <a:spLocks noGrp="1"/>
          </p:cNvSpPr>
          <p:nvPr>
            <p:ph type="pic" idx="1"/>
          </p:nvPr>
        </p:nvSpPr>
        <p:spPr>
          <a:xfrm>
            <a:off x="5303520" y="548640"/>
            <a:ext cx="6053328" cy="543153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921802D0-5574-4631-BA49-92362F8E40DC}"/>
              </a:ext>
            </a:extLst>
          </p:cNvPr>
          <p:cNvSpPr>
            <a:spLocks noGrp="1"/>
          </p:cNvSpPr>
          <p:nvPr>
            <p:ph type="body" sz="half" idx="2"/>
          </p:nvPr>
        </p:nvSpPr>
        <p:spPr>
          <a:xfrm>
            <a:off x="839788" y="3977640"/>
            <a:ext cx="3931920" cy="2002536"/>
          </a:xfrm>
        </p:spPr>
        <p:txBody>
          <a:bodyPr>
            <a:normAutofit/>
          </a:bodyPr>
          <a:lstStyle>
            <a:lvl1pPr marL="0" indent="0">
              <a:buNone/>
              <a:defRPr sz="3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F62C2F5B-DDDD-4E64-94A9-99E46F4B06A0}"/>
              </a:ext>
            </a:extLst>
          </p:cNvPr>
          <p:cNvSpPr>
            <a:spLocks noGrp="1"/>
          </p:cNvSpPr>
          <p:nvPr>
            <p:ph type="dt" sz="half" idx="10"/>
          </p:nvPr>
        </p:nvSpPr>
        <p:spPr/>
        <p:txBody>
          <a:bodyPr/>
          <a:lstStyle/>
          <a:p>
            <a:fld id="{72345051-2045-45DA-935E-2E3CA1A69ADC}" type="datetimeFigureOut">
              <a:rPr lang="en-US" smtClean="0"/>
              <a:t>4/23/2026</a:t>
            </a:fld>
            <a:endParaRPr lang="en-US"/>
          </a:p>
        </p:txBody>
      </p:sp>
      <p:sp>
        <p:nvSpPr>
          <p:cNvPr id="6" name="Footer Placeholder 5">
            <a:extLst>
              <a:ext uri="{FF2B5EF4-FFF2-40B4-BE49-F238E27FC236}">
                <a16:creationId xmlns:a16="http://schemas.microsoft.com/office/drawing/2014/main" id="{D4FA8D36-8865-48E7-8249-ED729A5F709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30F98C3-0B62-4361-8408-A01F70807CDB}"/>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8" name="Rectangle 6" descr="Tag=AccentColor&#10;Flavor=Light&#10;Target=FillAndLine">
            <a:extLst>
              <a:ext uri="{FF2B5EF4-FFF2-40B4-BE49-F238E27FC236}">
                <a16:creationId xmlns:a16="http://schemas.microsoft.com/office/drawing/2014/main" id="{FE511AB6-FEAF-4549-BA88-0764BD10B63D}"/>
              </a:ext>
            </a:extLst>
          </p:cNvPr>
          <p:cNvSpPr/>
          <p:nvPr/>
        </p:nvSpPr>
        <p:spPr>
          <a:xfrm rot="5400000">
            <a:off x="2798064" y="3254143"/>
            <a:ext cx="4480560" cy="27432"/>
          </a:xfrm>
          <a:custGeom>
            <a:avLst/>
            <a:gdLst>
              <a:gd name="csX0" fmla="*/ 0 w 4480560"/>
              <a:gd name="csY0" fmla="*/ 0 h 27432"/>
              <a:gd name="csX1" fmla="*/ 595274 w 4480560"/>
              <a:gd name="csY1" fmla="*/ 0 h 27432"/>
              <a:gd name="csX2" fmla="*/ 1100938 w 4480560"/>
              <a:gd name="csY2" fmla="*/ 0 h 27432"/>
              <a:gd name="csX3" fmla="*/ 1651406 w 4480560"/>
              <a:gd name="csY3" fmla="*/ 0 h 27432"/>
              <a:gd name="csX4" fmla="*/ 2336292 w 4480560"/>
              <a:gd name="csY4" fmla="*/ 0 h 27432"/>
              <a:gd name="csX5" fmla="*/ 2931566 w 4480560"/>
              <a:gd name="csY5" fmla="*/ 0 h 27432"/>
              <a:gd name="csX6" fmla="*/ 3482035 w 4480560"/>
              <a:gd name="csY6" fmla="*/ 0 h 27432"/>
              <a:gd name="csX7" fmla="*/ 4480560 w 4480560"/>
              <a:gd name="csY7" fmla="*/ 0 h 27432"/>
              <a:gd name="csX8" fmla="*/ 4480560 w 4480560"/>
              <a:gd name="csY8" fmla="*/ 27432 h 27432"/>
              <a:gd name="csX9" fmla="*/ 3840480 w 4480560"/>
              <a:gd name="csY9" fmla="*/ 27432 h 27432"/>
              <a:gd name="csX10" fmla="*/ 3290011 w 4480560"/>
              <a:gd name="csY10" fmla="*/ 27432 h 27432"/>
              <a:gd name="csX11" fmla="*/ 2560320 w 4480560"/>
              <a:gd name="csY11" fmla="*/ 27432 h 27432"/>
              <a:gd name="csX12" fmla="*/ 1965046 w 4480560"/>
              <a:gd name="csY12" fmla="*/ 27432 h 27432"/>
              <a:gd name="csX13" fmla="*/ 1459382 w 4480560"/>
              <a:gd name="csY13" fmla="*/ 27432 h 27432"/>
              <a:gd name="csX14" fmla="*/ 774497 w 4480560"/>
              <a:gd name="csY14" fmla="*/ 27432 h 27432"/>
              <a:gd name="csX15" fmla="*/ 0 w 4480560"/>
              <a:gd name="csY15" fmla="*/ 27432 h 27432"/>
              <a:gd name="csX16" fmla="*/ 0 w 4480560"/>
              <a:gd name="csY16" fmla="*/ 0 h 274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480560" h="27432"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79587" y="8304"/>
                  <a:pt x="4480082" y="21512"/>
                  <a:pt x="4480560" y="27432"/>
                </a:cubicBezTo>
                <a:cubicBezTo>
                  <a:pt x="4314132" y="24068"/>
                  <a:pt x="4028383" y="45776"/>
                  <a:pt x="3840480" y="27432"/>
                </a:cubicBezTo>
                <a:cubicBezTo>
                  <a:pt x="3652577" y="9088"/>
                  <a:pt x="3547615" y="11992"/>
                  <a:pt x="3290011" y="27432"/>
                </a:cubicBezTo>
                <a:cubicBezTo>
                  <a:pt x="3032407" y="42872"/>
                  <a:pt x="2830268" y="17863"/>
                  <a:pt x="2560320" y="27432"/>
                </a:cubicBezTo>
                <a:cubicBezTo>
                  <a:pt x="2290372" y="37001"/>
                  <a:pt x="2147422" y="15872"/>
                  <a:pt x="1965046" y="27432"/>
                </a:cubicBezTo>
                <a:cubicBezTo>
                  <a:pt x="1782670" y="38992"/>
                  <a:pt x="1689791" y="49824"/>
                  <a:pt x="1459382" y="27432"/>
                </a:cubicBezTo>
                <a:cubicBezTo>
                  <a:pt x="1228973" y="5040"/>
                  <a:pt x="915486" y="45645"/>
                  <a:pt x="774497" y="27432"/>
                </a:cubicBezTo>
                <a:cubicBezTo>
                  <a:pt x="633508" y="9219"/>
                  <a:pt x="361442" y="-1963"/>
                  <a:pt x="0" y="27432"/>
                </a:cubicBezTo>
                <a:cubicBezTo>
                  <a:pt x="-1048" y="14992"/>
                  <a:pt x="-1120" y="7447"/>
                  <a:pt x="0" y="0"/>
                </a:cubicBezTo>
                <a:close/>
              </a:path>
              <a:path w="4480560" h="27432"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81045" y="9333"/>
                  <a:pt x="4481838" y="19699"/>
                  <a:pt x="4480560" y="27432"/>
                </a:cubicBezTo>
                <a:cubicBezTo>
                  <a:pt x="4279652" y="2294"/>
                  <a:pt x="4200762" y="50710"/>
                  <a:pt x="3930091" y="27432"/>
                </a:cubicBezTo>
                <a:cubicBezTo>
                  <a:pt x="3659420" y="4154"/>
                  <a:pt x="3456052" y="31438"/>
                  <a:pt x="3290011" y="27432"/>
                </a:cubicBezTo>
                <a:cubicBezTo>
                  <a:pt x="3123970" y="23426"/>
                  <a:pt x="2882392" y="41962"/>
                  <a:pt x="2649931" y="27432"/>
                </a:cubicBezTo>
                <a:cubicBezTo>
                  <a:pt x="2417470" y="12902"/>
                  <a:pt x="2238426" y="16481"/>
                  <a:pt x="2054657" y="27432"/>
                </a:cubicBezTo>
                <a:cubicBezTo>
                  <a:pt x="1870888" y="38383"/>
                  <a:pt x="1566368" y="54184"/>
                  <a:pt x="1324966" y="27432"/>
                </a:cubicBezTo>
                <a:cubicBezTo>
                  <a:pt x="1083564" y="680"/>
                  <a:pt x="787410" y="20090"/>
                  <a:pt x="595274" y="27432"/>
                </a:cubicBezTo>
                <a:cubicBezTo>
                  <a:pt x="403138" y="34774"/>
                  <a:pt x="169622" y="19643"/>
                  <a:pt x="0" y="27432"/>
                </a:cubicBezTo>
                <a:cubicBezTo>
                  <a:pt x="211" y="18145"/>
                  <a:pt x="120" y="6480"/>
                  <a:pt x="0" y="0"/>
                </a:cubicBezTo>
                <a:close/>
              </a:path>
            </a:pathLst>
          </a:custGeom>
          <a:solidFill>
            <a:schemeClr val="tx1"/>
          </a:solidFill>
          <a:ln w="4445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070285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07CF8D-FF51-4FD8-B968-A2C85073478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661A953-02EA-491B-A215-AF8420D74D3A}"/>
              </a:ext>
            </a:extLst>
          </p:cNvPr>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4084D1E-BC98-44E4-8D2C-89CCDC293331}"/>
              </a:ext>
            </a:extLst>
          </p:cNvPr>
          <p:cNvSpPr>
            <a:spLocks noGrp="1"/>
          </p:cNvSpPr>
          <p:nvPr>
            <p:ph type="dt" sz="half" idx="10"/>
          </p:nvPr>
        </p:nvSpPr>
        <p:spPr/>
        <p:txBody>
          <a:bodyPr/>
          <a:lstStyle/>
          <a:p>
            <a:fld id="{72345051-2045-45DA-935E-2E3CA1A69ADC}" type="datetimeFigureOut">
              <a:rPr lang="en-US" smtClean="0"/>
              <a:t>4/23/2026</a:t>
            </a:fld>
            <a:endParaRPr lang="en-US"/>
          </a:p>
        </p:txBody>
      </p:sp>
      <p:sp>
        <p:nvSpPr>
          <p:cNvPr id="5" name="Footer Placeholder 4">
            <a:extLst>
              <a:ext uri="{FF2B5EF4-FFF2-40B4-BE49-F238E27FC236}">
                <a16:creationId xmlns:a16="http://schemas.microsoft.com/office/drawing/2014/main" id="{513019EB-9C2B-4833-B72A-14769415972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5F6E764-5688-45F5-94ED-A7357D2F5689}"/>
              </a:ext>
            </a:extLst>
          </p:cNvPr>
          <p:cNvSpPr>
            <a:spLocks noGrp="1"/>
          </p:cNvSpPr>
          <p:nvPr>
            <p:ph type="sldNum" sz="quarter" idx="12"/>
          </p:nvPr>
        </p:nvSpPr>
        <p:spPr/>
        <p:txBody>
          <a:bodyPr/>
          <a:lstStyle/>
          <a:p>
            <a:fld id="{A7CD31F4-64FA-4BA0-9498-67783267A8C8}" type="slidenum">
              <a:rPr lang="en-US" smtClean="0"/>
              <a:t>‹#›</a:t>
            </a:fld>
            <a:endParaRPr lang="en-US"/>
          </a:p>
        </p:txBody>
      </p:sp>
    </p:spTree>
    <p:extLst>
      <p:ext uri="{BB962C8B-B14F-4D97-AF65-F5344CB8AC3E}">
        <p14:creationId xmlns:p14="http://schemas.microsoft.com/office/powerpoint/2010/main" val="9619098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20E3CB6-3025-40BF-A04B-A7B0CB4C01F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EDD5CB3-8B24-48C7-89D3-8DCAD36A453D}"/>
              </a:ext>
            </a:extLst>
          </p:cNvPr>
          <p:cNvSpPr>
            <a:spLocks noGrp="1"/>
          </p:cNvSpPr>
          <p:nvPr>
            <p:ph type="body" orient="vert" idx="1"/>
          </p:nvPr>
        </p:nvSpPr>
        <p:spPr>
          <a:xfrm>
            <a:off x="838200" y="365125"/>
            <a:ext cx="7734300" cy="581183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150BC931-E2BF-4C1D-91AA-89F82F8268B2}"/>
              </a:ext>
            </a:extLst>
          </p:cNvPr>
          <p:cNvSpPr>
            <a:spLocks noGrp="1"/>
          </p:cNvSpPr>
          <p:nvPr>
            <p:ph type="dt" sz="half" idx="10"/>
          </p:nvPr>
        </p:nvSpPr>
        <p:spPr/>
        <p:txBody>
          <a:bodyPr/>
          <a:lstStyle/>
          <a:p>
            <a:fld id="{72345051-2045-45DA-935E-2E3CA1A69ADC}" type="datetimeFigureOut">
              <a:rPr lang="en-US" smtClean="0"/>
              <a:t>4/23/2026</a:t>
            </a:fld>
            <a:endParaRPr lang="en-US"/>
          </a:p>
        </p:txBody>
      </p:sp>
      <p:sp>
        <p:nvSpPr>
          <p:cNvPr id="5" name="Footer Placeholder 4">
            <a:extLst>
              <a:ext uri="{FF2B5EF4-FFF2-40B4-BE49-F238E27FC236}">
                <a16:creationId xmlns:a16="http://schemas.microsoft.com/office/drawing/2014/main" id="{7548A135-AEE9-4483-957E-3D143318DD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28DEFD4-A052-46B3-B2AE-F3091D8A2F7B}"/>
              </a:ext>
            </a:extLst>
          </p:cNvPr>
          <p:cNvSpPr>
            <a:spLocks noGrp="1"/>
          </p:cNvSpPr>
          <p:nvPr>
            <p:ph type="sldNum" sz="quarter" idx="12"/>
          </p:nvPr>
        </p:nvSpPr>
        <p:spPr/>
        <p:txBody>
          <a:bodyPr/>
          <a:lstStyle/>
          <a:p>
            <a:fld id="{A7CD31F4-64FA-4BA0-9498-67783267A8C8}" type="slidenum">
              <a:rPr lang="en-US" smtClean="0"/>
              <a:t>‹#›</a:t>
            </a:fld>
            <a:endParaRPr lang="en-US"/>
          </a:p>
        </p:txBody>
      </p:sp>
    </p:spTree>
    <p:extLst>
      <p:ext uri="{BB962C8B-B14F-4D97-AF65-F5344CB8AC3E}">
        <p14:creationId xmlns:p14="http://schemas.microsoft.com/office/powerpoint/2010/main" val="8921077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Graphic 1" descr="Tag=AccentColor&#10;Flavor=Light&#10;Target=Fill">
            <a:extLst>
              <a:ext uri="{FF2B5EF4-FFF2-40B4-BE49-F238E27FC236}">
                <a16:creationId xmlns:a16="http://schemas.microsoft.com/office/drawing/2014/main" id="{0D57E7FA-E8FC-45AC-868F-CDC8144939D6}"/>
              </a:ext>
            </a:extLst>
          </p:cNvPr>
          <p:cNvSpPr/>
          <p:nvPr/>
        </p:nvSpPr>
        <p:spPr>
          <a:xfrm rot="10800000" flipV="1">
            <a:off x="2599854" y="527562"/>
            <a:ext cx="6992292" cy="5102484"/>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accent1">
              <a:alpha val="20000"/>
            </a:schemeClr>
          </a:solidFill>
          <a:ln w="32707"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807094A5-EB6F-441D-88F8-CD7A30C84707}"/>
              </a:ext>
            </a:extLst>
          </p:cNvPr>
          <p:cNvSpPr>
            <a:spLocks noGrp="1"/>
          </p:cNvSpPr>
          <p:nvPr>
            <p:ph type="ctrTitle"/>
          </p:nvPr>
        </p:nvSpPr>
        <p:spPr>
          <a:xfrm>
            <a:off x="1508760" y="1591056"/>
            <a:ext cx="5705856" cy="3264408"/>
          </a:xfrm>
        </p:spPr>
        <p:txBody>
          <a:bodyPr anchor="b">
            <a:normAutofit/>
          </a:bodyPr>
          <a:lstStyle>
            <a:lvl1pPr algn="l">
              <a:defRPr sz="48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1C7CE1E3-3929-42A6-81B7-056BD88EF353}"/>
              </a:ext>
            </a:extLst>
          </p:cNvPr>
          <p:cNvSpPr>
            <a:spLocks noGrp="1"/>
          </p:cNvSpPr>
          <p:nvPr>
            <p:ph type="subTitle" idx="1"/>
          </p:nvPr>
        </p:nvSpPr>
        <p:spPr>
          <a:xfrm>
            <a:off x="1524000" y="4928616"/>
            <a:ext cx="5705856" cy="996696"/>
          </a:xfrm>
        </p:spPr>
        <p:txBody>
          <a:bodyPr/>
          <a:lstStyle>
            <a:lvl1pPr marL="0" indent="0" algn="l">
              <a:buNone/>
              <a:defRPr sz="24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5CE951E3-0794-422C-AF76-0AD4A7FB19EB}"/>
              </a:ext>
            </a:extLst>
          </p:cNvPr>
          <p:cNvSpPr>
            <a:spLocks noGrp="1"/>
          </p:cNvSpPr>
          <p:nvPr>
            <p:ph type="dt" sz="half" idx="10"/>
          </p:nvPr>
        </p:nvSpPr>
        <p:spPr/>
        <p:txBody>
          <a:bodyPr/>
          <a:lstStyle/>
          <a:p>
            <a:fld id="{3C04E684-10F4-4CC3-A0B9-F03AA7BE37CF}" type="datetimeFigureOut">
              <a:rPr lang="en-US" smtClean="0"/>
              <a:t>4/23/2026</a:t>
            </a:fld>
            <a:endParaRPr lang="en-US"/>
          </a:p>
        </p:txBody>
      </p:sp>
      <p:sp>
        <p:nvSpPr>
          <p:cNvPr id="5" name="Footer Placeholder 4">
            <a:extLst>
              <a:ext uri="{FF2B5EF4-FFF2-40B4-BE49-F238E27FC236}">
                <a16:creationId xmlns:a16="http://schemas.microsoft.com/office/drawing/2014/main" id="{114EBFA8-0291-4D77-A9D9-B17FC2382A8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57AC4D4-C4EE-4624-A329-C608A1D5AFE1}"/>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394837963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Freeform: Shape 6" descr="Tag=AccentColor&#10;Flavor=Light&#10;Target=Fill">
            <a:extLst>
              <a:ext uri="{FF2B5EF4-FFF2-40B4-BE49-F238E27FC236}">
                <a16:creationId xmlns:a16="http://schemas.microsoft.com/office/drawing/2014/main" id="{13B7BB51-92B8-4089-8DAB-1202A4D1C6A3}"/>
              </a:ext>
            </a:extLst>
          </p:cNvPr>
          <p:cNvSpPr/>
          <p:nvPr/>
        </p:nvSpPr>
        <p:spPr>
          <a:xfrm flipH="1">
            <a:off x="1" y="315111"/>
            <a:ext cx="3021543" cy="1435442"/>
          </a:xfrm>
          <a:custGeom>
            <a:avLst/>
            <a:gdLst>
              <a:gd name="connsiteX0" fmla="*/ 3021543 w 3021543"/>
              <a:gd name="connsiteY0" fmla="*/ 0 h 1435442"/>
              <a:gd name="connsiteX1" fmla="*/ 2963800 w 3021543"/>
              <a:gd name="connsiteY1" fmla="*/ 7242 h 1435442"/>
              <a:gd name="connsiteX2" fmla="*/ 2793803 w 3021543"/>
              <a:gd name="connsiteY2" fmla="*/ 24082 h 1435442"/>
              <a:gd name="connsiteX3" fmla="*/ 2414348 w 3021543"/>
              <a:gd name="connsiteY3" fmla="*/ 29696 h 1435442"/>
              <a:gd name="connsiteX4" fmla="*/ 2091558 w 3021543"/>
              <a:gd name="connsiteY4" fmla="*/ 27450 h 1435442"/>
              <a:gd name="connsiteX5" fmla="*/ 1645319 w 3021543"/>
              <a:gd name="connsiteY5" fmla="*/ 28573 h 1435442"/>
              <a:gd name="connsiteX6" fmla="*/ 1243602 w 3021543"/>
              <a:gd name="connsiteY6" fmla="*/ 60008 h 1435442"/>
              <a:gd name="connsiteX7" fmla="*/ 753851 w 3021543"/>
              <a:gd name="connsiteY7" fmla="*/ 57763 h 1435442"/>
              <a:gd name="connsiteX8" fmla="*/ 465465 w 3021543"/>
              <a:gd name="connsiteY8" fmla="*/ 116142 h 1435442"/>
              <a:gd name="connsiteX9" fmla="*/ 546416 w 3021543"/>
              <a:gd name="connsiteY9" fmla="*/ 136351 h 1435442"/>
              <a:gd name="connsiteX10" fmla="*/ 689091 w 3021543"/>
              <a:gd name="connsiteY10" fmla="*/ 180136 h 1435442"/>
              <a:gd name="connsiteX11" fmla="*/ 704269 w 3021543"/>
              <a:gd name="connsiteY11" fmla="*/ 208203 h 1435442"/>
              <a:gd name="connsiteX12" fmla="*/ 683020 w 3021543"/>
              <a:gd name="connsiteY12" fmla="*/ 221675 h 1435442"/>
              <a:gd name="connsiteX13" fmla="*/ 621295 w 3021543"/>
              <a:gd name="connsiteY13" fmla="*/ 247496 h 1435442"/>
              <a:gd name="connsiteX14" fmla="*/ 848968 w 3021543"/>
              <a:gd name="connsiteY14" fmla="*/ 285668 h 1435442"/>
              <a:gd name="connsiteX15" fmla="*/ 768018 w 3021543"/>
              <a:gd name="connsiteY15" fmla="*/ 309244 h 1435442"/>
              <a:gd name="connsiteX16" fmla="*/ 684032 w 3021543"/>
              <a:gd name="connsiteY16" fmla="*/ 326085 h 1435442"/>
              <a:gd name="connsiteX17" fmla="*/ 592962 w 3021543"/>
              <a:gd name="connsiteY17" fmla="*/ 338434 h 1435442"/>
              <a:gd name="connsiteX18" fmla="*/ 509988 w 3021543"/>
              <a:gd name="connsiteY18" fmla="*/ 363133 h 1435442"/>
              <a:gd name="connsiteX19" fmla="*/ 726531 w 3021543"/>
              <a:gd name="connsiteY19" fmla="*/ 373237 h 1435442"/>
              <a:gd name="connsiteX20" fmla="*/ 614212 w 3021543"/>
              <a:gd name="connsiteY20" fmla="*/ 395691 h 1435442"/>
              <a:gd name="connsiteX21" fmla="*/ 522131 w 3021543"/>
              <a:gd name="connsiteY21" fmla="*/ 424881 h 1435442"/>
              <a:gd name="connsiteX22" fmla="*/ 457370 w 3021543"/>
              <a:gd name="connsiteY22" fmla="*/ 438353 h 1435442"/>
              <a:gd name="connsiteX23" fmla="*/ 388562 w 3021543"/>
              <a:gd name="connsiteY23" fmla="*/ 441721 h 1435442"/>
              <a:gd name="connsiteX24" fmla="*/ 372372 w 3021543"/>
              <a:gd name="connsiteY24" fmla="*/ 463052 h 1435442"/>
              <a:gd name="connsiteX25" fmla="*/ 393622 w 3021543"/>
              <a:gd name="connsiteY25" fmla="*/ 485506 h 1435442"/>
              <a:gd name="connsiteX26" fmla="*/ 426002 w 3021543"/>
              <a:gd name="connsiteY26" fmla="*/ 487751 h 1435442"/>
              <a:gd name="connsiteX27" fmla="*/ 619271 w 3021543"/>
              <a:gd name="connsiteY27" fmla="*/ 493365 h 1435442"/>
              <a:gd name="connsiteX28" fmla="*/ 0 w 3021543"/>
              <a:gd name="connsiteY28" fmla="*/ 542762 h 1435442"/>
              <a:gd name="connsiteX29" fmla="*/ 83986 w 3021543"/>
              <a:gd name="connsiteY29" fmla="*/ 573075 h 1435442"/>
              <a:gd name="connsiteX30" fmla="*/ 112319 w 3021543"/>
              <a:gd name="connsiteY30" fmla="*/ 656154 h 1435442"/>
              <a:gd name="connsiteX31" fmla="*/ 215531 w 3021543"/>
              <a:gd name="connsiteY31" fmla="*/ 703306 h 1435442"/>
              <a:gd name="connsiteX32" fmla="*/ 282315 w 3021543"/>
              <a:gd name="connsiteY32" fmla="*/ 720147 h 1435442"/>
              <a:gd name="connsiteX33" fmla="*/ 435109 w 3021543"/>
              <a:gd name="connsiteY33" fmla="*/ 744846 h 1435442"/>
              <a:gd name="connsiteX34" fmla="*/ 457370 w 3021543"/>
              <a:gd name="connsiteY34" fmla="*/ 785263 h 1435442"/>
              <a:gd name="connsiteX35" fmla="*/ 476596 w 3021543"/>
              <a:gd name="connsiteY35" fmla="*/ 830170 h 1435442"/>
              <a:gd name="connsiteX36" fmla="*/ 517071 w 3021543"/>
              <a:gd name="connsiteY36" fmla="*/ 859360 h 1435442"/>
              <a:gd name="connsiteX37" fmla="*/ 202377 w 3021543"/>
              <a:gd name="connsiteY37" fmla="*/ 854869 h 1435442"/>
              <a:gd name="connsiteX38" fmla="*/ 557546 w 3021543"/>
              <a:gd name="connsiteY38" fmla="*/ 949175 h 1435442"/>
              <a:gd name="connsiteX39" fmla="*/ 526178 w 3021543"/>
              <a:gd name="connsiteY39" fmla="*/ 986223 h 1435442"/>
              <a:gd name="connsiteX40" fmla="*/ 720459 w 3021543"/>
              <a:gd name="connsiteY40" fmla="*/ 1036744 h 1435442"/>
              <a:gd name="connsiteX41" fmla="*/ 616236 w 3021543"/>
              <a:gd name="connsiteY41" fmla="*/ 1042357 h 1435442"/>
              <a:gd name="connsiteX42" fmla="*/ 1222353 w 3021543"/>
              <a:gd name="connsiteY42" fmla="*/ 1253422 h 1435442"/>
              <a:gd name="connsiteX43" fmla="*/ 2087511 w 3021543"/>
              <a:gd name="connsiteY43" fmla="*/ 1406107 h 1435442"/>
              <a:gd name="connsiteX44" fmla="*/ 2425479 w 3021543"/>
              <a:gd name="connsiteY44" fmla="*/ 1435297 h 1435442"/>
              <a:gd name="connsiteX45" fmla="*/ 2809994 w 3021543"/>
              <a:gd name="connsiteY45" fmla="*/ 1426315 h 1435442"/>
              <a:gd name="connsiteX46" fmla="*/ 2953618 w 3021543"/>
              <a:gd name="connsiteY46" fmla="*/ 1417071 h 1435442"/>
              <a:gd name="connsiteX47" fmla="*/ 3021543 w 3021543"/>
              <a:gd name="connsiteY47" fmla="*/ 1407897 h 14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021543" h="1435442">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w="32707"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26030E26-A86A-417A-AA64-699AA8DD3DA5}"/>
              </a:ext>
            </a:extLst>
          </p:cNvPr>
          <p:cNvSpPr>
            <a:spLocks noGrp="1"/>
          </p:cNvSpPr>
          <p:nvPr>
            <p:ph type="title"/>
          </p:nvPr>
        </p:nvSpPr>
        <p:spPr/>
        <p:txBody>
          <a:bodyPr>
            <a:norm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19CF97E-0E6E-41E9-B75B-0371E744D1E8}"/>
              </a:ext>
            </a:extLst>
          </p:cNvPr>
          <p:cNvSpPr>
            <a:spLocks noGrp="1"/>
          </p:cNvSpPr>
          <p:nvPr>
            <p:ph idx="1"/>
          </p:nvPr>
        </p:nvSpPr>
        <p:spPr>
          <a:xfrm>
            <a:off x="838200" y="2011680"/>
            <a:ext cx="10515600" cy="4160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0BAE770-8363-44CD-8A22-AB26C5C5361B}"/>
              </a:ext>
            </a:extLst>
          </p:cNvPr>
          <p:cNvSpPr>
            <a:spLocks noGrp="1"/>
          </p:cNvSpPr>
          <p:nvPr>
            <p:ph type="dt" sz="half" idx="10"/>
          </p:nvPr>
        </p:nvSpPr>
        <p:spPr/>
        <p:txBody>
          <a:bodyPr/>
          <a:lstStyle/>
          <a:p>
            <a:fld id="{3C04E684-10F4-4CC3-A0B9-F03AA7BE37CF}" type="datetimeFigureOut">
              <a:rPr lang="en-US" smtClean="0"/>
              <a:t>4/23/2026</a:t>
            </a:fld>
            <a:endParaRPr lang="en-US"/>
          </a:p>
        </p:txBody>
      </p:sp>
      <p:sp>
        <p:nvSpPr>
          <p:cNvPr id="5" name="Footer Placeholder 4">
            <a:extLst>
              <a:ext uri="{FF2B5EF4-FFF2-40B4-BE49-F238E27FC236}">
                <a16:creationId xmlns:a16="http://schemas.microsoft.com/office/drawing/2014/main" id="{36E618F2-3B8E-4449-91E7-F8AA4960938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63428F0-E5C2-42A1-AB2F-1A19FFAD19CF}"/>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418240877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Graphic 9" descr="Tag=AccentColor&#10;Flavor=Light&#10;Target=Fill">
            <a:extLst>
              <a:ext uri="{FF2B5EF4-FFF2-40B4-BE49-F238E27FC236}">
                <a16:creationId xmlns:a16="http://schemas.microsoft.com/office/drawing/2014/main" id="{DB2CE8D6-5B4E-4EBE-9ED5-A1DA7E2A5CDA}"/>
              </a:ext>
            </a:extLst>
          </p:cNvPr>
          <p:cNvSpPr/>
          <p:nvPr/>
        </p:nvSpPr>
        <p:spPr>
          <a:xfrm>
            <a:off x="7209816" y="0"/>
            <a:ext cx="4143984" cy="5747660"/>
          </a:xfrm>
          <a:custGeom>
            <a:avLst/>
            <a:gdLst>
              <a:gd name="connsiteX0" fmla="*/ 0 w 3843750"/>
              <a:gd name="connsiteY0" fmla="*/ 346 h 5956080"/>
              <a:gd name="connsiteX1" fmla="*/ 72373 w 3843750"/>
              <a:gd name="connsiteY1" fmla="*/ 2447534 h 5956080"/>
              <a:gd name="connsiteX2" fmla="*/ 145093 w 3843750"/>
              <a:gd name="connsiteY2" fmla="*/ 3878724 h 5956080"/>
              <a:gd name="connsiteX3" fmla="*/ 237897 w 3843750"/>
              <a:gd name="connsiteY3" fmla="*/ 4208041 h 5956080"/>
              <a:gd name="connsiteX4" fmla="*/ 281875 w 3843750"/>
              <a:gd name="connsiteY4" fmla="*/ 4677601 h 5956080"/>
              <a:gd name="connsiteX5" fmla="*/ 360135 w 3843750"/>
              <a:gd name="connsiteY5" fmla="*/ 5287407 h 5956080"/>
              <a:gd name="connsiteX6" fmla="*/ 414155 w 3843750"/>
              <a:gd name="connsiteY6" fmla="*/ 5817914 h 5956080"/>
              <a:gd name="connsiteX7" fmla="*/ 681487 w 3843750"/>
              <a:gd name="connsiteY7" fmla="*/ 5914873 h 5956080"/>
              <a:gd name="connsiteX8" fmla="*/ 892373 w 3843750"/>
              <a:gd name="connsiteY8" fmla="*/ 5605295 h 5956080"/>
              <a:gd name="connsiteX9" fmla="*/ 1027770 w 3843750"/>
              <a:gd name="connsiteY9" fmla="*/ 5804063 h 5956080"/>
              <a:gd name="connsiteX10" fmla="*/ 1200566 w 3843750"/>
              <a:gd name="connsiteY10" fmla="*/ 5527036 h 5956080"/>
              <a:gd name="connsiteX11" fmla="*/ 1348083 w 3843750"/>
              <a:gd name="connsiteY11" fmla="*/ 5363590 h 5956080"/>
              <a:gd name="connsiteX12" fmla="*/ 1425997 w 3843750"/>
              <a:gd name="connsiteY12" fmla="*/ 4800532 h 5956080"/>
              <a:gd name="connsiteX13" fmla="*/ 1517416 w 3843750"/>
              <a:gd name="connsiteY13" fmla="*/ 4640549 h 5956080"/>
              <a:gd name="connsiteX14" fmla="*/ 1569705 w 3843750"/>
              <a:gd name="connsiteY14" fmla="*/ 4803995 h 5956080"/>
              <a:gd name="connsiteX15" fmla="*/ 1530921 w 3843750"/>
              <a:gd name="connsiteY15" fmla="*/ 5433885 h 5956080"/>
              <a:gd name="connsiteX16" fmla="*/ 1614721 w 3843750"/>
              <a:gd name="connsiteY16" fmla="*/ 5319957 h 5956080"/>
              <a:gd name="connsiteX17" fmla="*/ 1800676 w 3843750"/>
              <a:gd name="connsiteY17" fmla="*/ 4608691 h 5956080"/>
              <a:gd name="connsiteX18" fmla="*/ 1918759 w 3843750"/>
              <a:gd name="connsiteY18" fmla="*/ 4486799 h 5956080"/>
              <a:gd name="connsiteX19" fmla="*/ 2009139 w 3843750"/>
              <a:gd name="connsiteY19" fmla="*/ 4715000 h 5956080"/>
              <a:gd name="connsiteX20" fmla="*/ 2135532 w 3843750"/>
              <a:gd name="connsiteY20" fmla="*/ 5321689 h 5956080"/>
              <a:gd name="connsiteX21" fmla="*/ 2209291 w 3843750"/>
              <a:gd name="connsiteY21" fmla="*/ 5028733 h 5956080"/>
              <a:gd name="connsiteX22" fmla="*/ 2501208 w 3843750"/>
              <a:gd name="connsiteY22" fmla="*/ 4457711 h 5956080"/>
              <a:gd name="connsiteX23" fmla="*/ 2695127 w 3843750"/>
              <a:gd name="connsiteY23" fmla="*/ 4973674 h 5956080"/>
              <a:gd name="connsiteX24" fmla="*/ 2825329 w 3843750"/>
              <a:gd name="connsiteY24" fmla="*/ 4563328 h 5956080"/>
              <a:gd name="connsiteX25" fmla="*/ 2904628 w 3843750"/>
              <a:gd name="connsiteY25" fmla="*/ 4466368 h 5956080"/>
              <a:gd name="connsiteX26" fmla="*/ 2922635 w 3843750"/>
              <a:gd name="connsiteY26" fmla="*/ 4519696 h 5956080"/>
              <a:gd name="connsiteX27" fmla="*/ 3089544 w 3843750"/>
              <a:gd name="connsiteY27" fmla="*/ 3606545 h 5956080"/>
              <a:gd name="connsiteX28" fmla="*/ 3150490 w 3843750"/>
              <a:gd name="connsiteY28" fmla="*/ 3989882 h 5956080"/>
              <a:gd name="connsiteX29" fmla="*/ 3755448 w 3843750"/>
              <a:gd name="connsiteY29" fmla="*/ 1538193 h 5956080"/>
              <a:gd name="connsiteX30" fmla="*/ 3850330 w 3843750"/>
              <a:gd name="connsiteY30" fmla="*/ 0 h 5956080"/>
              <a:gd name="connsiteX31" fmla="*/ 0 w 3843750"/>
              <a:gd name="connsiteY31" fmla="*/ 0 h 5956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843750" h="5956080">
                <a:moveTo>
                  <a:pt x="0" y="346"/>
                </a:moveTo>
                <a:cubicBezTo>
                  <a:pt x="12120" y="1234155"/>
                  <a:pt x="72720" y="2447534"/>
                  <a:pt x="72373" y="2447534"/>
                </a:cubicBezTo>
                <a:cubicBezTo>
                  <a:pt x="72720" y="2449265"/>
                  <a:pt x="114274" y="3641520"/>
                  <a:pt x="145093" y="3878724"/>
                </a:cubicBezTo>
                <a:cubicBezTo>
                  <a:pt x="176258" y="4119392"/>
                  <a:pt x="210194" y="3969797"/>
                  <a:pt x="237897" y="4208041"/>
                </a:cubicBezTo>
                <a:cubicBezTo>
                  <a:pt x="250017" y="4367677"/>
                  <a:pt x="237204" y="4527661"/>
                  <a:pt x="281875" y="4677601"/>
                </a:cubicBezTo>
                <a:cubicBezTo>
                  <a:pt x="278758" y="4908226"/>
                  <a:pt x="338319" y="5059552"/>
                  <a:pt x="360135" y="5287407"/>
                </a:cubicBezTo>
                <a:cubicBezTo>
                  <a:pt x="370177" y="5468860"/>
                  <a:pt x="348015" y="5649274"/>
                  <a:pt x="414155" y="5817914"/>
                </a:cubicBezTo>
                <a:cubicBezTo>
                  <a:pt x="467137" y="5947770"/>
                  <a:pt x="534662" y="6049578"/>
                  <a:pt x="681487" y="5914873"/>
                </a:cubicBezTo>
                <a:cubicBezTo>
                  <a:pt x="680448" y="5747964"/>
                  <a:pt x="925963" y="5772897"/>
                  <a:pt x="892373" y="5605295"/>
                </a:cubicBezTo>
                <a:cubicBezTo>
                  <a:pt x="1003184" y="5641309"/>
                  <a:pt x="945009" y="5759046"/>
                  <a:pt x="1027770" y="5804063"/>
                </a:cubicBezTo>
                <a:cubicBezTo>
                  <a:pt x="1099105" y="5719915"/>
                  <a:pt x="1051664" y="5551968"/>
                  <a:pt x="1200566" y="5527036"/>
                </a:cubicBezTo>
                <a:cubicBezTo>
                  <a:pt x="1352931" y="5564088"/>
                  <a:pt x="1336655" y="5453970"/>
                  <a:pt x="1348083" y="5363590"/>
                </a:cubicBezTo>
                <a:cubicBezTo>
                  <a:pt x="1370938" y="5149586"/>
                  <a:pt x="1389291" y="5009687"/>
                  <a:pt x="1425997" y="4800532"/>
                </a:cubicBezTo>
                <a:cubicBezTo>
                  <a:pt x="1436385" y="4748243"/>
                  <a:pt x="1415608" y="4628775"/>
                  <a:pt x="1517416" y="4640549"/>
                </a:cubicBezTo>
                <a:cubicBezTo>
                  <a:pt x="1596022" y="4651976"/>
                  <a:pt x="1566242" y="4746512"/>
                  <a:pt x="1569705" y="4803995"/>
                </a:cubicBezTo>
                <a:cubicBezTo>
                  <a:pt x="1600177" y="5128809"/>
                  <a:pt x="1532998" y="5109763"/>
                  <a:pt x="1530921" y="5433885"/>
                </a:cubicBezTo>
                <a:cubicBezTo>
                  <a:pt x="1530574" y="5446697"/>
                  <a:pt x="1580786" y="5458125"/>
                  <a:pt x="1614721" y="5319957"/>
                </a:cubicBezTo>
                <a:cubicBezTo>
                  <a:pt x="1681208" y="5047432"/>
                  <a:pt x="1760507" y="4832736"/>
                  <a:pt x="1800676" y="4608691"/>
                </a:cubicBezTo>
                <a:cubicBezTo>
                  <a:pt x="1848463" y="4656824"/>
                  <a:pt x="1889671" y="4439704"/>
                  <a:pt x="1918759" y="4486799"/>
                </a:cubicBezTo>
                <a:cubicBezTo>
                  <a:pt x="1932264" y="4566098"/>
                  <a:pt x="1956503" y="4642626"/>
                  <a:pt x="2009139" y="4715000"/>
                </a:cubicBezTo>
                <a:cubicBezTo>
                  <a:pt x="2054502" y="4933851"/>
                  <a:pt x="2004983" y="5137812"/>
                  <a:pt x="2135532" y="5321689"/>
                </a:cubicBezTo>
                <a:cubicBezTo>
                  <a:pt x="2135532" y="5321689"/>
                  <a:pt x="2137610" y="5265245"/>
                  <a:pt x="2209291" y="5028733"/>
                </a:cubicBezTo>
                <a:cubicBezTo>
                  <a:pt x="2267120" y="4838277"/>
                  <a:pt x="2341225" y="4936622"/>
                  <a:pt x="2501208" y="4457711"/>
                </a:cubicBezTo>
                <a:cubicBezTo>
                  <a:pt x="2545186" y="4641934"/>
                  <a:pt x="2446495" y="4877753"/>
                  <a:pt x="2695127" y="4973674"/>
                </a:cubicBezTo>
                <a:cubicBezTo>
                  <a:pt x="2743260" y="4833775"/>
                  <a:pt x="2706208" y="4662365"/>
                  <a:pt x="2825329" y="4563328"/>
                </a:cubicBezTo>
                <a:cubicBezTo>
                  <a:pt x="2859958" y="4534586"/>
                  <a:pt x="2884890" y="4501689"/>
                  <a:pt x="2904628" y="4466368"/>
                </a:cubicBezTo>
                <a:cubicBezTo>
                  <a:pt x="2910515" y="4484375"/>
                  <a:pt x="2916749" y="4503074"/>
                  <a:pt x="2922635" y="4519696"/>
                </a:cubicBezTo>
                <a:cubicBezTo>
                  <a:pt x="2946529" y="4491647"/>
                  <a:pt x="3082618" y="3784882"/>
                  <a:pt x="3089544" y="3606545"/>
                </a:cubicBezTo>
                <a:cubicBezTo>
                  <a:pt x="3124172" y="3733285"/>
                  <a:pt x="3150490" y="3989882"/>
                  <a:pt x="3150490" y="3989882"/>
                </a:cubicBezTo>
                <a:cubicBezTo>
                  <a:pt x="3150490" y="3989882"/>
                  <a:pt x="3300085" y="3936900"/>
                  <a:pt x="3755448" y="1538193"/>
                </a:cubicBezTo>
                <a:cubicBezTo>
                  <a:pt x="3791461" y="1348775"/>
                  <a:pt x="3824704" y="697762"/>
                  <a:pt x="3850330" y="0"/>
                </a:cubicBezTo>
                <a:lnTo>
                  <a:pt x="0" y="0"/>
                </a:lnTo>
                <a:close/>
              </a:path>
            </a:pathLst>
          </a:custGeom>
          <a:solidFill>
            <a:schemeClr val="accent1">
              <a:alpha val="20000"/>
            </a:schemeClr>
          </a:solidFill>
          <a:ln w="32707"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64AD5705-B027-4C44-B38A-60296E29EB12}"/>
              </a:ext>
            </a:extLst>
          </p:cNvPr>
          <p:cNvSpPr>
            <a:spLocks noGrp="1"/>
          </p:cNvSpPr>
          <p:nvPr>
            <p:ph type="title"/>
          </p:nvPr>
        </p:nvSpPr>
        <p:spPr>
          <a:xfrm>
            <a:off x="831850" y="1078991"/>
            <a:ext cx="5266944" cy="3136392"/>
          </a:xfrm>
        </p:spPr>
        <p:txBody>
          <a:bodyPr anchor="b">
            <a:normAutofit/>
          </a:bodyPr>
          <a:lstStyle>
            <a:lvl1pPr>
              <a:defRPr sz="48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E8BBAC4-9088-44CF-BA2D-B8DD24FB5274}"/>
              </a:ext>
            </a:extLst>
          </p:cNvPr>
          <p:cNvSpPr>
            <a:spLocks noGrp="1"/>
          </p:cNvSpPr>
          <p:nvPr>
            <p:ph type="body" idx="1"/>
          </p:nvPr>
        </p:nvSpPr>
        <p:spPr>
          <a:xfrm>
            <a:off x="831850" y="4279392"/>
            <a:ext cx="5266944" cy="1500187"/>
          </a:xfrm>
        </p:spPr>
        <p:txBody>
          <a:bodyPr/>
          <a:lstStyle>
            <a:lvl1pPr marL="0" indent="0">
              <a:buNone/>
              <a:defRPr sz="2400" cap="all" baseline="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793FB3F-D2A6-4919-B57B-C08861D46303}"/>
              </a:ext>
            </a:extLst>
          </p:cNvPr>
          <p:cNvSpPr>
            <a:spLocks noGrp="1"/>
          </p:cNvSpPr>
          <p:nvPr>
            <p:ph type="dt" sz="half" idx="10"/>
          </p:nvPr>
        </p:nvSpPr>
        <p:spPr/>
        <p:txBody>
          <a:bodyPr/>
          <a:lstStyle/>
          <a:p>
            <a:fld id="{3C04E684-10F4-4CC3-A0B9-F03AA7BE37CF}" type="datetimeFigureOut">
              <a:rPr lang="en-US" smtClean="0"/>
              <a:t>4/23/2026</a:t>
            </a:fld>
            <a:endParaRPr lang="en-US"/>
          </a:p>
        </p:txBody>
      </p:sp>
      <p:sp>
        <p:nvSpPr>
          <p:cNvPr id="5" name="Footer Placeholder 4">
            <a:extLst>
              <a:ext uri="{FF2B5EF4-FFF2-40B4-BE49-F238E27FC236}">
                <a16:creationId xmlns:a16="http://schemas.microsoft.com/office/drawing/2014/main" id="{989049E0-6BE5-43FA-A4D4-ACAFC871A79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DF8C28D-1479-4F15-B906-0AEBBCCA8CFA}"/>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74803935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Freeform: Shape 7" descr="Tag=AccentColor&#10;Flavor=Light&#10;Target=Fill">
            <a:extLst>
              <a:ext uri="{FF2B5EF4-FFF2-40B4-BE49-F238E27FC236}">
                <a16:creationId xmlns:a16="http://schemas.microsoft.com/office/drawing/2014/main" id="{FD51F360-8860-4FB5-A0A5-773473DD8B39}"/>
              </a:ext>
            </a:extLst>
          </p:cNvPr>
          <p:cNvSpPr/>
          <p:nvPr/>
        </p:nvSpPr>
        <p:spPr>
          <a:xfrm flipH="1">
            <a:off x="1" y="315111"/>
            <a:ext cx="3021543" cy="1435442"/>
          </a:xfrm>
          <a:custGeom>
            <a:avLst/>
            <a:gdLst>
              <a:gd name="connsiteX0" fmla="*/ 3021543 w 3021543"/>
              <a:gd name="connsiteY0" fmla="*/ 0 h 1435442"/>
              <a:gd name="connsiteX1" fmla="*/ 2963800 w 3021543"/>
              <a:gd name="connsiteY1" fmla="*/ 7242 h 1435442"/>
              <a:gd name="connsiteX2" fmla="*/ 2793803 w 3021543"/>
              <a:gd name="connsiteY2" fmla="*/ 24082 h 1435442"/>
              <a:gd name="connsiteX3" fmla="*/ 2414348 w 3021543"/>
              <a:gd name="connsiteY3" fmla="*/ 29696 h 1435442"/>
              <a:gd name="connsiteX4" fmla="*/ 2091558 w 3021543"/>
              <a:gd name="connsiteY4" fmla="*/ 27450 h 1435442"/>
              <a:gd name="connsiteX5" fmla="*/ 1645319 w 3021543"/>
              <a:gd name="connsiteY5" fmla="*/ 28573 h 1435442"/>
              <a:gd name="connsiteX6" fmla="*/ 1243602 w 3021543"/>
              <a:gd name="connsiteY6" fmla="*/ 60008 h 1435442"/>
              <a:gd name="connsiteX7" fmla="*/ 753851 w 3021543"/>
              <a:gd name="connsiteY7" fmla="*/ 57763 h 1435442"/>
              <a:gd name="connsiteX8" fmla="*/ 465465 w 3021543"/>
              <a:gd name="connsiteY8" fmla="*/ 116142 h 1435442"/>
              <a:gd name="connsiteX9" fmla="*/ 546416 w 3021543"/>
              <a:gd name="connsiteY9" fmla="*/ 136351 h 1435442"/>
              <a:gd name="connsiteX10" fmla="*/ 689091 w 3021543"/>
              <a:gd name="connsiteY10" fmla="*/ 180136 h 1435442"/>
              <a:gd name="connsiteX11" fmla="*/ 704269 w 3021543"/>
              <a:gd name="connsiteY11" fmla="*/ 208203 h 1435442"/>
              <a:gd name="connsiteX12" fmla="*/ 683020 w 3021543"/>
              <a:gd name="connsiteY12" fmla="*/ 221675 h 1435442"/>
              <a:gd name="connsiteX13" fmla="*/ 621295 w 3021543"/>
              <a:gd name="connsiteY13" fmla="*/ 247496 h 1435442"/>
              <a:gd name="connsiteX14" fmla="*/ 848968 w 3021543"/>
              <a:gd name="connsiteY14" fmla="*/ 285668 h 1435442"/>
              <a:gd name="connsiteX15" fmla="*/ 768018 w 3021543"/>
              <a:gd name="connsiteY15" fmla="*/ 309244 h 1435442"/>
              <a:gd name="connsiteX16" fmla="*/ 684032 w 3021543"/>
              <a:gd name="connsiteY16" fmla="*/ 326085 h 1435442"/>
              <a:gd name="connsiteX17" fmla="*/ 592962 w 3021543"/>
              <a:gd name="connsiteY17" fmla="*/ 338434 h 1435442"/>
              <a:gd name="connsiteX18" fmla="*/ 509988 w 3021543"/>
              <a:gd name="connsiteY18" fmla="*/ 363133 h 1435442"/>
              <a:gd name="connsiteX19" fmla="*/ 726531 w 3021543"/>
              <a:gd name="connsiteY19" fmla="*/ 373237 h 1435442"/>
              <a:gd name="connsiteX20" fmla="*/ 614212 w 3021543"/>
              <a:gd name="connsiteY20" fmla="*/ 395691 h 1435442"/>
              <a:gd name="connsiteX21" fmla="*/ 522131 w 3021543"/>
              <a:gd name="connsiteY21" fmla="*/ 424881 h 1435442"/>
              <a:gd name="connsiteX22" fmla="*/ 457370 w 3021543"/>
              <a:gd name="connsiteY22" fmla="*/ 438353 h 1435442"/>
              <a:gd name="connsiteX23" fmla="*/ 388562 w 3021543"/>
              <a:gd name="connsiteY23" fmla="*/ 441721 h 1435442"/>
              <a:gd name="connsiteX24" fmla="*/ 372372 w 3021543"/>
              <a:gd name="connsiteY24" fmla="*/ 463052 h 1435442"/>
              <a:gd name="connsiteX25" fmla="*/ 393622 w 3021543"/>
              <a:gd name="connsiteY25" fmla="*/ 485506 h 1435442"/>
              <a:gd name="connsiteX26" fmla="*/ 426002 w 3021543"/>
              <a:gd name="connsiteY26" fmla="*/ 487751 h 1435442"/>
              <a:gd name="connsiteX27" fmla="*/ 619271 w 3021543"/>
              <a:gd name="connsiteY27" fmla="*/ 493365 h 1435442"/>
              <a:gd name="connsiteX28" fmla="*/ 0 w 3021543"/>
              <a:gd name="connsiteY28" fmla="*/ 542762 h 1435442"/>
              <a:gd name="connsiteX29" fmla="*/ 83986 w 3021543"/>
              <a:gd name="connsiteY29" fmla="*/ 573075 h 1435442"/>
              <a:gd name="connsiteX30" fmla="*/ 112319 w 3021543"/>
              <a:gd name="connsiteY30" fmla="*/ 656154 h 1435442"/>
              <a:gd name="connsiteX31" fmla="*/ 215531 w 3021543"/>
              <a:gd name="connsiteY31" fmla="*/ 703306 h 1435442"/>
              <a:gd name="connsiteX32" fmla="*/ 282315 w 3021543"/>
              <a:gd name="connsiteY32" fmla="*/ 720147 h 1435442"/>
              <a:gd name="connsiteX33" fmla="*/ 435109 w 3021543"/>
              <a:gd name="connsiteY33" fmla="*/ 744846 h 1435442"/>
              <a:gd name="connsiteX34" fmla="*/ 457370 w 3021543"/>
              <a:gd name="connsiteY34" fmla="*/ 785263 h 1435442"/>
              <a:gd name="connsiteX35" fmla="*/ 476596 w 3021543"/>
              <a:gd name="connsiteY35" fmla="*/ 830170 h 1435442"/>
              <a:gd name="connsiteX36" fmla="*/ 517071 w 3021543"/>
              <a:gd name="connsiteY36" fmla="*/ 859360 h 1435442"/>
              <a:gd name="connsiteX37" fmla="*/ 202377 w 3021543"/>
              <a:gd name="connsiteY37" fmla="*/ 854869 h 1435442"/>
              <a:gd name="connsiteX38" fmla="*/ 557546 w 3021543"/>
              <a:gd name="connsiteY38" fmla="*/ 949175 h 1435442"/>
              <a:gd name="connsiteX39" fmla="*/ 526178 w 3021543"/>
              <a:gd name="connsiteY39" fmla="*/ 986223 h 1435442"/>
              <a:gd name="connsiteX40" fmla="*/ 720459 w 3021543"/>
              <a:gd name="connsiteY40" fmla="*/ 1036744 h 1435442"/>
              <a:gd name="connsiteX41" fmla="*/ 616236 w 3021543"/>
              <a:gd name="connsiteY41" fmla="*/ 1042357 h 1435442"/>
              <a:gd name="connsiteX42" fmla="*/ 1222353 w 3021543"/>
              <a:gd name="connsiteY42" fmla="*/ 1253422 h 1435442"/>
              <a:gd name="connsiteX43" fmla="*/ 2087511 w 3021543"/>
              <a:gd name="connsiteY43" fmla="*/ 1406107 h 1435442"/>
              <a:gd name="connsiteX44" fmla="*/ 2425479 w 3021543"/>
              <a:gd name="connsiteY44" fmla="*/ 1435297 h 1435442"/>
              <a:gd name="connsiteX45" fmla="*/ 2809994 w 3021543"/>
              <a:gd name="connsiteY45" fmla="*/ 1426315 h 1435442"/>
              <a:gd name="connsiteX46" fmla="*/ 2953618 w 3021543"/>
              <a:gd name="connsiteY46" fmla="*/ 1417071 h 1435442"/>
              <a:gd name="connsiteX47" fmla="*/ 3021543 w 3021543"/>
              <a:gd name="connsiteY47" fmla="*/ 1407897 h 14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021543" h="1435442">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w="32707"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D2A77EC9-372A-4ECA-9088-780532AF057F}"/>
              </a:ext>
            </a:extLst>
          </p:cNvPr>
          <p:cNvSpPr>
            <a:spLocks noGrp="1"/>
          </p:cNvSpPr>
          <p:nvPr>
            <p:ph type="title"/>
          </p:nvPr>
        </p:nvSpPr>
        <p:spPr/>
        <p:txBody>
          <a:bodyPr>
            <a:norm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7C882CE-1B27-414A-9B06-AA5D2DB683BA}"/>
              </a:ext>
            </a:extLst>
          </p:cNvPr>
          <p:cNvSpPr>
            <a:spLocks noGrp="1"/>
          </p:cNvSpPr>
          <p:nvPr>
            <p:ph sz="half" idx="1"/>
          </p:nvPr>
        </p:nvSpPr>
        <p:spPr>
          <a:xfrm>
            <a:off x="838200" y="2011680"/>
            <a:ext cx="4937760" cy="4160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A0397E60-5D92-4530-96D1-FC09AF3C2742}"/>
              </a:ext>
            </a:extLst>
          </p:cNvPr>
          <p:cNvSpPr>
            <a:spLocks noGrp="1"/>
          </p:cNvSpPr>
          <p:nvPr>
            <p:ph sz="half" idx="2"/>
          </p:nvPr>
        </p:nvSpPr>
        <p:spPr>
          <a:xfrm>
            <a:off x="6419088" y="2011680"/>
            <a:ext cx="4937760" cy="4160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034240FE-0C6A-47E9-9B0A-7B3C60877372}"/>
              </a:ext>
            </a:extLst>
          </p:cNvPr>
          <p:cNvSpPr>
            <a:spLocks noGrp="1"/>
          </p:cNvSpPr>
          <p:nvPr>
            <p:ph type="dt" sz="half" idx="10"/>
          </p:nvPr>
        </p:nvSpPr>
        <p:spPr/>
        <p:txBody>
          <a:bodyPr/>
          <a:lstStyle/>
          <a:p>
            <a:fld id="{3C04E684-10F4-4CC3-A0B9-F03AA7BE37CF}" type="datetimeFigureOut">
              <a:rPr lang="en-US" smtClean="0"/>
              <a:t>4/23/2026</a:t>
            </a:fld>
            <a:endParaRPr lang="en-US"/>
          </a:p>
        </p:txBody>
      </p:sp>
      <p:sp>
        <p:nvSpPr>
          <p:cNvPr id="6" name="Footer Placeholder 5">
            <a:extLst>
              <a:ext uri="{FF2B5EF4-FFF2-40B4-BE49-F238E27FC236}">
                <a16:creationId xmlns:a16="http://schemas.microsoft.com/office/drawing/2014/main" id="{8671AE1B-BB18-4C7E-AA77-3A4D401A5F3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6FA7B1D-FEDD-4E29-A352-29E5F498B323}"/>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146695422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Freeform: Shape 9" descr="Tag=AccentColor&#10;Flavor=Light&#10;Target=Fill">
            <a:extLst>
              <a:ext uri="{FF2B5EF4-FFF2-40B4-BE49-F238E27FC236}">
                <a16:creationId xmlns:a16="http://schemas.microsoft.com/office/drawing/2014/main" id="{527D753D-3426-457C-9082-B92894509EC0}"/>
              </a:ext>
            </a:extLst>
          </p:cNvPr>
          <p:cNvSpPr/>
          <p:nvPr/>
        </p:nvSpPr>
        <p:spPr>
          <a:xfrm flipH="1">
            <a:off x="1" y="315111"/>
            <a:ext cx="3021543" cy="1435442"/>
          </a:xfrm>
          <a:custGeom>
            <a:avLst/>
            <a:gdLst>
              <a:gd name="connsiteX0" fmla="*/ 3021543 w 3021543"/>
              <a:gd name="connsiteY0" fmla="*/ 0 h 1435442"/>
              <a:gd name="connsiteX1" fmla="*/ 2963800 w 3021543"/>
              <a:gd name="connsiteY1" fmla="*/ 7242 h 1435442"/>
              <a:gd name="connsiteX2" fmla="*/ 2793803 w 3021543"/>
              <a:gd name="connsiteY2" fmla="*/ 24082 h 1435442"/>
              <a:gd name="connsiteX3" fmla="*/ 2414348 w 3021543"/>
              <a:gd name="connsiteY3" fmla="*/ 29696 h 1435442"/>
              <a:gd name="connsiteX4" fmla="*/ 2091558 w 3021543"/>
              <a:gd name="connsiteY4" fmla="*/ 27450 h 1435442"/>
              <a:gd name="connsiteX5" fmla="*/ 1645319 w 3021543"/>
              <a:gd name="connsiteY5" fmla="*/ 28573 h 1435442"/>
              <a:gd name="connsiteX6" fmla="*/ 1243602 w 3021543"/>
              <a:gd name="connsiteY6" fmla="*/ 60008 h 1435442"/>
              <a:gd name="connsiteX7" fmla="*/ 753851 w 3021543"/>
              <a:gd name="connsiteY7" fmla="*/ 57763 h 1435442"/>
              <a:gd name="connsiteX8" fmla="*/ 465465 w 3021543"/>
              <a:gd name="connsiteY8" fmla="*/ 116142 h 1435442"/>
              <a:gd name="connsiteX9" fmla="*/ 546416 w 3021543"/>
              <a:gd name="connsiteY9" fmla="*/ 136351 h 1435442"/>
              <a:gd name="connsiteX10" fmla="*/ 689091 w 3021543"/>
              <a:gd name="connsiteY10" fmla="*/ 180136 h 1435442"/>
              <a:gd name="connsiteX11" fmla="*/ 704269 w 3021543"/>
              <a:gd name="connsiteY11" fmla="*/ 208203 h 1435442"/>
              <a:gd name="connsiteX12" fmla="*/ 683020 w 3021543"/>
              <a:gd name="connsiteY12" fmla="*/ 221675 h 1435442"/>
              <a:gd name="connsiteX13" fmla="*/ 621295 w 3021543"/>
              <a:gd name="connsiteY13" fmla="*/ 247496 h 1435442"/>
              <a:gd name="connsiteX14" fmla="*/ 848968 w 3021543"/>
              <a:gd name="connsiteY14" fmla="*/ 285668 h 1435442"/>
              <a:gd name="connsiteX15" fmla="*/ 768018 w 3021543"/>
              <a:gd name="connsiteY15" fmla="*/ 309244 h 1435442"/>
              <a:gd name="connsiteX16" fmla="*/ 684032 w 3021543"/>
              <a:gd name="connsiteY16" fmla="*/ 326085 h 1435442"/>
              <a:gd name="connsiteX17" fmla="*/ 592962 w 3021543"/>
              <a:gd name="connsiteY17" fmla="*/ 338434 h 1435442"/>
              <a:gd name="connsiteX18" fmla="*/ 509988 w 3021543"/>
              <a:gd name="connsiteY18" fmla="*/ 363133 h 1435442"/>
              <a:gd name="connsiteX19" fmla="*/ 726531 w 3021543"/>
              <a:gd name="connsiteY19" fmla="*/ 373237 h 1435442"/>
              <a:gd name="connsiteX20" fmla="*/ 614212 w 3021543"/>
              <a:gd name="connsiteY20" fmla="*/ 395691 h 1435442"/>
              <a:gd name="connsiteX21" fmla="*/ 522131 w 3021543"/>
              <a:gd name="connsiteY21" fmla="*/ 424881 h 1435442"/>
              <a:gd name="connsiteX22" fmla="*/ 457370 w 3021543"/>
              <a:gd name="connsiteY22" fmla="*/ 438353 h 1435442"/>
              <a:gd name="connsiteX23" fmla="*/ 388562 w 3021543"/>
              <a:gd name="connsiteY23" fmla="*/ 441721 h 1435442"/>
              <a:gd name="connsiteX24" fmla="*/ 372372 w 3021543"/>
              <a:gd name="connsiteY24" fmla="*/ 463052 h 1435442"/>
              <a:gd name="connsiteX25" fmla="*/ 393622 w 3021543"/>
              <a:gd name="connsiteY25" fmla="*/ 485506 h 1435442"/>
              <a:gd name="connsiteX26" fmla="*/ 426002 w 3021543"/>
              <a:gd name="connsiteY26" fmla="*/ 487751 h 1435442"/>
              <a:gd name="connsiteX27" fmla="*/ 619271 w 3021543"/>
              <a:gd name="connsiteY27" fmla="*/ 493365 h 1435442"/>
              <a:gd name="connsiteX28" fmla="*/ 0 w 3021543"/>
              <a:gd name="connsiteY28" fmla="*/ 542762 h 1435442"/>
              <a:gd name="connsiteX29" fmla="*/ 83986 w 3021543"/>
              <a:gd name="connsiteY29" fmla="*/ 573075 h 1435442"/>
              <a:gd name="connsiteX30" fmla="*/ 112319 w 3021543"/>
              <a:gd name="connsiteY30" fmla="*/ 656154 h 1435442"/>
              <a:gd name="connsiteX31" fmla="*/ 215531 w 3021543"/>
              <a:gd name="connsiteY31" fmla="*/ 703306 h 1435442"/>
              <a:gd name="connsiteX32" fmla="*/ 282315 w 3021543"/>
              <a:gd name="connsiteY32" fmla="*/ 720147 h 1435442"/>
              <a:gd name="connsiteX33" fmla="*/ 435109 w 3021543"/>
              <a:gd name="connsiteY33" fmla="*/ 744846 h 1435442"/>
              <a:gd name="connsiteX34" fmla="*/ 457370 w 3021543"/>
              <a:gd name="connsiteY34" fmla="*/ 785263 h 1435442"/>
              <a:gd name="connsiteX35" fmla="*/ 476596 w 3021543"/>
              <a:gd name="connsiteY35" fmla="*/ 830170 h 1435442"/>
              <a:gd name="connsiteX36" fmla="*/ 517071 w 3021543"/>
              <a:gd name="connsiteY36" fmla="*/ 859360 h 1435442"/>
              <a:gd name="connsiteX37" fmla="*/ 202377 w 3021543"/>
              <a:gd name="connsiteY37" fmla="*/ 854869 h 1435442"/>
              <a:gd name="connsiteX38" fmla="*/ 557546 w 3021543"/>
              <a:gd name="connsiteY38" fmla="*/ 949175 h 1435442"/>
              <a:gd name="connsiteX39" fmla="*/ 526178 w 3021543"/>
              <a:gd name="connsiteY39" fmla="*/ 986223 h 1435442"/>
              <a:gd name="connsiteX40" fmla="*/ 720459 w 3021543"/>
              <a:gd name="connsiteY40" fmla="*/ 1036744 h 1435442"/>
              <a:gd name="connsiteX41" fmla="*/ 616236 w 3021543"/>
              <a:gd name="connsiteY41" fmla="*/ 1042357 h 1435442"/>
              <a:gd name="connsiteX42" fmla="*/ 1222353 w 3021543"/>
              <a:gd name="connsiteY42" fmla="*/ 1253422 h 1435442"/>
              <a:gd name="connsiteX43" fmla="*/ 2087511 w 3021543"/>
              <a:gd name="connsiteY43" fmla="*/ 1406107 h 1435442"/>
              <a:gd name="connsiteX44" fmla="*/ 2425479 w 3021543"/>
              <a:gd name="connsiteY44" fmla="*/ 1435297 h 1435442"/>
              <a:gd name="connsiteX45" fmla="*/ 2809994 w 3021543"/>
              <a:gd name="connsiteY45" fmla="*/ 1426315 h 1435442"/>
              <a:gd name="connsiteX46" fmla="*/ 2953618 w 3021543"/>
              <a:gd name="connsiteY46" fmla="*/ 1417071 h 1435442"/>
              <a:gd name="connsiteX47" fmla="*/ 3021543 w 3021543"/>
              <a:gd name="connsiteY47" fmla="*/ 1407897 h 14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021543" h="1435442">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w="32707"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164D2B94-0682-4185-BCE3-89AF214A4FA8}"/>
              </a:ext>
            </a:extLst>
          </p:cNvPr>
          <p:cNvSpPr>
            <a:spLocks noGrp="1"/>
          </p:cNvSpPr>
          <p:nvPr>
            <p:ph type="title"/>
          </p:nvPr>
        </p:nvSpPr>
        <p:spPr>
          <a:xfrm>
            <a:off x="839788" y="365125"/>
            <a:ext cx="10515600" cy="1325563"/>
          </a:xfrm>
        </p:spPr>
        <p:txBody>
          <a:bodyPr>
            <a:normAutofit/>
          </a:bodyPr>
          <a:lstStyle>
            <a:lvl1pPr>
              <a:defRPr sz="4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8D65C47E-B85E-4B3E-A669-DEEC7F5DF2FB}"/>
              </a:ext>
            </a:extLst>
          </p:cNvPr>
          <p:cNvSpPr>
            <a:spLocks noGrp="1"/>
          </p:cNvSpPr>
          <p:nvPr>
            <p:ph type="body" idx="1"/>
          </p:nvPr>
        </p:nvSpPr>
        <p:spPr>
          <a:xfrm>
            <a:off x="839788" y="2011680"/>
            <a:ext cx="4937760" cy="950976"/>
          </a:xfrm>
        </p:spPr>
        <p:txBody>
          <a:bodyPr anchor="b">
            <a:norm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324517F-FE8C-49AD-9A52-0F4301052699}"/>
              </a:ext>
            </a:extLst>
          </p:cNvPr>
          <p:cNvSpPr>
            <a:spLocks noGrp="1"/>
          </p:cNvSpPr>
          <p:nvPr>
            <p:ph sz="half" idx="2"/>
          </p:nvPr>
        </p:nvSpPr>
        <p:spPr>
          <a:xfrm>
            <a:off x="839788" y="3127248"/>
            <a:ext cx="4937760" cy="30632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80C73EC-7117-4DC2-9075-14102F2E282B}"/>
              </a:ext>
            </a:extLst>
          </p:cNvPr>
          <p:cNvSpPr>
            <a:spLocks noGrp="1"/>
          </p:cNvSpPr>
          <p:nvPr>
            <p:ph type="body" sz="quarter" idx="3"/>
          </p:nvPr>
        </p:nvSpPr>
        <p:spPr>
          <a:xfrm>
            <a:off x="6419088" y="2011680"/>
            <a:ext cx="4937760" cy="950976"/>
          </a:xfrm>
        </p:spPr>
        <p:txBody>
          <a:bodyPr anchor="b">
            <a:norm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DD9A323-865B-4177-8F98-9BA304E022E0}"/>
              </a:ext>
            </a:extLst>
          </p:cNvPr>
          <p:cNvSpPr>
            <a:spLocks noGrp="1"/>
          </p:cNvSpPr>
          <p:nvPr>
            <p:ph sz="quarter" idx="4"/>
          </p:nvPr>
        </p:nvSpPr>
        <p:spPr>
          <a:xfrm>
            <a:off x="6419088" y="3127248"/>
            <a:ext cx="4937760" cy="30632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AA4E5D6-7075-4584-BD43-D966F0B58E6D}"/>
              </a:ext>
            </a:extLst>
          </p:cNvPr>
          <p:cNvSpPr>
            <a:spLocks noGrp="1"/>
          </p:cNvSpPr>
          <p:nvPr>
            <p:ph type="dt" sz="half" idx="10"/>
          </p:nvPr>
        </p:nvSpPr>
        <p:spPr/>
        <p:txBody>
          <a:bodyPr/>
          <a:lstStyle/>
          <a:p>
            <a:fld id="{3C04E684-10F4-4CC3-A0B9-F03AA7BE37CF}" type="datetimeFigureOut">
              <a:rPr lang="en-US" smtClean="0"/>
              <a:t>4/23/2026</a:t>
            </a:fld>
            <a:endParaRPr lang="en-US"/>
          </a:p>
        </p:txBody>
      </p:sp>
      <p:sp>
        <p:nvSpPr>
          <p:cNvPr id="8" name="Footer Placeholder 7">
            <a:extLst>
              <a:ext uri="{FF2B5EF4-FFF2-40B4-BE49-F238E27FC236}">
                <a16:creationId xmlns:a16="http://schemas.microsoft.com/office/drawing/2014/main" id="{8C38B83D-8A05-4F3C-A409-1602C963075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AD250E7-8A73-449C-A140-A2A2582D7F33}"/>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209447794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Graphic 1" descr="Tag=AccentColor&#10;Flavor=Light&#10;Target=Fill">
            <a:extLst>
              <a:ext uri="{FF2B5EF4-FFF2-40B4-BE49-F238E27FC236}">
                <a16:creationId xmlns:a16="http://schemas.microsoft.com/office/drawing/2014/main" id="{AAFBE1F6-FC6D-4C3D-9AC3-97028E6F18C7}"/>
              </a:ext>
            </a:extLst>
          </p:cNvPr>
          <p:cNvSpPr/>
          <p:nvPr/>
        </p:nvSpPr>
        <p:spPr>
          <a:xfrm rot="10800000" flipV="1">
            <a:off x="1969639" y="181596"/>
            <a:ext cx="8252722" cy="6022258"/>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accent1">
              <a:alpha val="20000"/>
            </a:schemeClr>
          </a:solidFill>
          <a:ln w="32707"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192825A4-268B-4301-8432-F9E9B2661AEC}"/>
              </a:ext>
            </a:extLst>
          </p:cNvPr>
          <p:cNvSpPr>
            <a:spLocks noGrp="1"/>
          </p:cNvSpPr>
          <p:nvPr>
            <p:ph type="title"/>
          </p:nvPr>
        </p:nvSpPr>
        <p:spPr>
          <a:xfrm>
            <a:off x="2843784" y="1572768"/>
            <a:ext cx="6501384" cy="4096512"/>
          </a:xfrm>
        </p:spPr>
        <p:txBody>
          <a:bodyPr>
            <a:normAutofit/>
          </a:bodyPr>
          <a:lstStyle>
            <a:lvl1pPr algn="ctr">
              <a:defRPr sz="4000"/>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DA33410F-8A90-47F6-BD39-4AC0E4358351}"/>
              </a:ext>
            </a:extLst>
          </p:cNvPr>
          <p:cNvSpPr>
            <a:spLocks noGrp="1"/>
          </p:cNvSpPr>
          <p:nvPr>
            <p:ph type="dt" sz="half" idx="10"/>
          </p:nvPr>
        </p:nvSpPr>
        <p:spPr/>
        <p:txBody>
          <a:bodyPr/>
          <a:lstStyle/>
          <a:p>
            <a:fld id="{3C04E684-10F4-4CC3-A0B9-F03AA7BE37CF}" type="datetimeFigureOut">
              <a:rPr lang="en-US" smtClean="0"/>
              <a:t>4/23/2026</a:t>
            </a:fld>
            <a:endParaRPr lang="en-US"/>
          </a:p>
        </p:txBody>
      </p:sp>
      <p:sp>
        <p:nvSpPr>
          <p:cNvPr id="4" name="Footer Placeholder 3">
            <a:extLst>
              <a:ext uri="{FF2B5EF4-FFF2-40B4-BE49-F238E27FC236}">
                <a16:creationId xmlns:a16="http://schemas.microsoft.com/office/drawing/2014/main" id="{D1D819A9-F8DE-4E5C-AFC3-E0105ACD829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4E25320-A12F-4F3E-8EC9-11292FF36BEA}"/>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131691101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1">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1C9756B-145D-4BA8-AA43-904C1E7CB86D}"/>
              </a:ext>
            </a:extLst>
          </p:cNvPr>
          <p:cNvSpPr>
            <a:spLocks noGrp="1"/>
          </p:cNvSpPr>
          <p:nvPr>
            <p:ph type="dt" sz="half" idx="10"/>
          </p:nvPr>
        </p:nvSpPr>
        <p:spPr/>
        <p:txBody>
          <a:bodyPr/>
          <a:lstStyle/>
          <a:p>
            <a:fld id="{3C04E684-10F4-4CC3-A0B9-F03AA7BE37CF}" type="datetimeFigureOut">
              <a:rPr lang="en-US" smtClean="0"/>
              <a:t>4/23/2026</a:t>
            </a:fld>
            <a:endParaRPr lang="en-US"/>
          </a:p>
        </p:txBody>
      </p:sp>
      <p:sp>
        <p:nvSpPr>
          <p:cNvPr id="3" name="Footer Placeholder 2">
            <a:extLst>
              <a:ext uri="{FF2B5EF4-FFF2-40B4-BE49-F238E27FC236}">
                <a16:creationId xmlns:a16="http://schemas.microsoft.com/office/drawing/2014/main" id="{B21DB60F-139E-4C44-89AF-3F8F5EC241F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8226C9-C193-4B47-9717-4BC86C9092C7}"/>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178164068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2">
    <p:spTree>
      <p:nvGrpSpPr>
        <p:cNvPr id="1" name=""/>
        <p:cNvGrpSpPr/>
        <p:nvPr/>
      </p:nvGrpSpPr>
      <p:grpSpPr>
        <a:xfrm>
          <a:off x="0" y="0"/>
          <a:ext cx="0" cy="0"/>
          <a:chOff x="0" y="0"/>
          <a:chExt cx="0" cy="0"/>
        </a:xfrm>
      </p:grpSpPr>
      <p:sp>
        <p:nvSpPr>
          <p:cNvPr id="6" name="Freeform: Shape 5" descr="Mask ID=&#10;Mask position=bottom, center&#10;Mask family= brushstroke, landscape, wide">
            <a:extLst>
              <a:ext uri="{FF2B5EF4-FFF2-40B4-BE49-F238E27FC236}">
                <a16:creationId xmlns:a16="http://schemas.microsoft.com/office/drawing/2014/main" id="{736BF44D-E8DD-45FA-931D-CBCC67D57944}"/>
              </a:ext>
            </a:extLst>
          </p:cNvPr>
          <p:cNvSpPr/>
          <p:nvPr/>
        </p:nvSpPr>
        <p:spPr>
          <a:xfrm>
            <a:off x="1768100" y="-1"/>
            <a:ext cx="10423900" cy="5920155"/>
          </a:xfrm>
          <a:custGeom>
            <a:avLst/>
            <a:gdLst>
              <a:gd name="connsiteX0" fmla="*/ 10423900 w 10423900"/>
              <a:gd name="connsiteY0" fmla="*/ 0 h 5491534"/>
              <a:gd name="connsiteX1" fmla="*/ 3493157 w 10423900"/>
              <a:gd name="connsiteY1" fmla="*/ 0 h 5491534"/>
              <a:gd name="connsiteX2" fmla="*/ 3493018 w 10423900"/>
              <a:gd name="connsiteY2" fmla="*/ 31 h 5491534"/>
              <a:gd name="connsiteX3" fmla="*/ 3245493 w 10423900"/>
              <a:gd name="connsiteY3" fmla="*/ 104839 h 5491534"/>
              <a:gd name="connsiteX4" fmla="*/ 4434802 w 10423900"/>
              <a:gd name="connsiteY4" fmla="*/ 284558 h 5491534"/>
              <a:gd name="connsiteX5" fmla="*/ 4011937 w 10423900"/>
              <a:gd name="connsiteY5" fmla="*/ 395559 h 5491534"/>
              <a:gd name="connsiteX6" fmla="*/ 3573213 w 10423900"/>
              <a:gd name="connsiteY6" fmla="*/ 474847 h 5491534"/>
              <a:gd name="connsiteX7" fmla="*/ 3097489 w 10423900"/>
              <a:gd name="connsiteY7" fmla="*/ 532990 h 5491534"/>
              <a:gd name="connsiteX8" fmla="*/ 2664052 w 10423900"/>
              <a:gd name="connsiteY8" fmla="*/ 649279 h 5491534"/>
              <a:gd name="connsiteX9" fmla="*/ 3795218 w 10423900"/>
              <a:gd name="connsiteY9" fmla="*/ 696852 h 5491534"/>
              <a:gd name="connsiteX10" fmla="*/ 3208492 w 10423900"/>
              <a:gd name="connsiteY10" fmla="*/ 802568 h 5491534"/>
              <a:gd name="connsiteX11" fmla="*/ 2727483 w 10423900"/>
              <a:gd name="connsiteY11" fmla="*/ 939999 h 5491534"/>
              <a:gd name="connsiteX12" fmla="*/ 2389190 w 10423900"/>
              <a:gd name="connsiteY12" fmla="*/ 1003429 h 5491534"/>
              <a:gd name="connsiteX13" fmla="*/ 2029754 w 10423900"/>
              <a:gd name="connsiteY13" fmla="*/ 1019287 h 5491534"/>
              <a:gd name="connsiteX14" fmla="*/ 1945181 w 10423900"/>
              <a:gd name="connsiteY14" fmla="*/ 1119716 h 5491534"/>
              <a:gd name="connsiteX15" fmla="*/ 2056184 w 10423900"/>
              <a:gd name="connsiteY15" fmla="*/ 1225434 h 5491534"/>
              <a:gd name="connsiteX16" fmla="*/ 2225329 w 10423900"/>
              <a:gd name="connsiteY16" fmla="*/ 1236004 h 5491534"/>
              <a:gd name="connsiteX17" fmla="*/ 3234920 w 10423900"/>
              <a:gd name="connsiteY17" fmla="*/ 1262435 h 5491534"/>
              <a:gd name="connsiteX18" fmla="*/ 0 w 10423900"/>
              <a:gd name="connsiteY18" fmla="*/ 1495009 h 5491534"/>
              <a:gd name="connsiteX19" fmla="*/ 438724 w 10423900"/>
              <a:gd name="connsiteY19" fmla="*/ 1637728 h 5491534"/>
              <a:gd name="connsiteX20" fmla="*/ 586726 w 10423900"/>
              <a:gd name="connsiteY20" fmla="*/ 2028877 h 5491534"/>
              <a:gd name="connsiteX21" fmla="*/ 1125878 w 10423900"/>
              <a:gd name="connsiteY21" fmla="*/ 2250882 h 5491534"/>
              <a:gd name="connsiteX22" fmla="*/ 1474744 w 10423900"/>
              <a:gd name="connsiteY22" fmla="*/ 2330169 h 5491534"/>
              <a:gd name="connsiteX23" fmla="*/ 2272901 w 10423900"/>
              <a:gd name="connsiteY23" fmla="*/ 2446458 h 5491534"/>
              <a:gd name="connsiteX24" fmla="*/ 2389190 w 10423900"/>
              <a:gd name="connsiteY24" fmla="*/ 2636747 h 5491534"/>
              <a:gd name="connsiteX25" fmla="*/ 2489621 w 10423900"/>
              <a:gd name="connsiteY25" fmla="*/ 2848179 h 5491534"/>
              <a:gd name="connsiteX26" fmla="*/ 2701053 w 10423900"/>
              <a:gd name="connsiteY26" fmla="*/ 2985611 h 5491534"/>
              <a:gd name="connsiteX27" fmla="*/ 1057165 w 10423900"/>
              <a:gd name="connsiteY27" fmla="*/ 2964468 h 5491534"/>
              <a:gd name="connsiteX28" fmla="*/ 2912485 w 10423900"/>
              <a:gd name="connsiteY28" fmla="*/ 3408477 h 5491534"/>
              <a:gd name="connsiteX29" fmla="*/ 2748626 w 10423900"/>
              <a:gd name="connsiteY29" fmla="*/ 3582909 h 5491534"/>
              <a:gd name="connsiteX30" fmla="*/ 3763503 w 10423900"/>
              <a:gd name="connsiteY30" fmla="*/ 3820771 h 5491534"/>
              <a:gd name="connsiteX31" fmla="*/ 3219063 w 10423900"/>
              <a:gd name="connsiteY31" fmla="*/ 3847199 h 5491534"/>
              <a:gd name="connsiteX32" fmla="*/ 6385269 w 10423900"/>
              <a:gd name="connsiteY32" fmla="*/ 4840933 h 5491534"/>
              <a:gd name="connsiteX33" fmla="*/ 10285854 w 10423900"/>
              <a:gd name="connsiteY33" fmla="*/ 5471118 h 5491534"/>
              <a:gd name="connsiteX34" fmla="*/ 10423900 w 10423900"/>
              <a:gd name="connsiteY34" fmla="*/ 5491534 h 5491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423900" h="5491534">
                <a:moveTo>
                  <a:pt x="10423900" y="0"/>
                </a:moveTo>
                <a:lnTo>
                  <a:pt x="3493157" y="0"/>
                </a:lnTo>
                <a:lnTo>
                  <a:pt x="3493018" y="31"/>
                </a:lnTo>
                <a:cubicBezTo>
                  <a:pt x="3414969" y="12668"/>
                  <a:pt x="3328744" y="21588"/>
                  <a:pt x="3245493" y="104839"/>
                </a:cubicBezTo>
                <a:cubicBezTo>
                  <a:pt x="3668357" y="162984"/>
                  <a:pt x="4075366" y="51981"/>
                  <a:pt x="4434802" y="284558"/>
                </a:cubicBezTo>
                <a:cubicBezTo>
                  <a:pt x="4302656" y="400846"/>
                  <a:pt x="4154654" y="374416"/>
                  <a:pt x="4011937" y="395559"/>
                </a:cubicBezTo>
                <a:cubicBezTo>
                  <a:pt x="3863934" y="416704"/>
                  <a:pt x="3721217" y="453704"/>
                  <a:pt x="3573213" y="474847"/>
                </a:cubicBezTo>
                <a:cubicBezTo>
                  <a:pt x="3414639" y="501275"/>
                  <a:pt x="3256063" y="506562"/>
                  <a:pt x="3097489" y="532990"/>
                </a:cubicBezTo>
                <a:cubicBezTo>
                  <a:pt x="2965345" y="554135"/>
                  <a:pt x="2822627" y="517133"/>
                  <a:pt x="2664052" y="649279"/>
                </a:cubicBezTo>
                <a:cubicBezTo>
                  <a:pt x="3055203" y="744424"/>
                  <a:pt x="3409352" y="601706"/>
                  <a:pt x="3795218" y="696852"/>
                </a:cubicBezTo>
                <a:cubicBezTo>
                  <a:pt x="3567928" y="781425"/>
                  <a:pt x="3382924" y="754995"/>
                  <a:pt x="3208492" y="802568"/>
                </a:cubicBezTo>
                <a:cubicBezTo>
                  <a:pt x="3049916" y="850140"/>
                  <a:pt x="2859627" y="797282"/>
                  <a:pt x="2727483" y="939999"/>
                </a:cubicBezTo>
                <a:cubicBezTo>
                  <a:pt x="2627052" y="1051000"/>
                  <a:pt x="2521336" y="1066858"/>
                  <a:pt x="2389190" y="1003429"/>
                </a:cubicBezTo>
                <a:cubicBezTo>
                  <a:pt x="2272901" y="945284"/>
                  <a:pt x="2146043" y="961142"/>
                  <a:pt x="2029754" y="1019287"/>
                </a:cubicBezTo>
                <a:cubicBezTo>
                  <a:pt x="1987468" y="1040430"/>
                  <a:pt x="1945181" y="1066858"/>
                  <a:pt x="1945181" y="1119716"/>
                </a:cubicBezTo>
                <a:cubicBezTo>
                  <a:pt x="1945181" y="1193719"/>
                  <a:pt x="1998039" y="1214862"/>
                  <a:pt x="2056184" y="1225434"/>
                </a:cubicBezTo>
                <a:cubicBezTo>
                  <a:pt x="2109042" y="1236004"/>
                  <a:pt x="2172471" y="1246577"/>
                  <a:pt x="2225329" y="1236004"/>
                </a:cubicBezTo>
                <a:cubicBezTo>
                  <a:pt x="2563622" y="1177861"/>
                  <a:pt x="2896629" y="1273005"/>
                  <a:pt x="3234920" y="1262435"/>
                </a:cubicBezTo>
                <a:cubicBezTo>
                  <a:pt x="2172471" y="1489724"/>
                  <a:pt x="1099450" y="1415723"/>
                  <a:pt x="0" y="1495009"/>
                </a:cubicBezTo>
                <a:cubicBezTo>
                  <a:pt x="142717" y="1653583"/>
                  <a:pt x="327721" y="1521439"/>
                  <a:pt x="438724" y="1637728"/>
                </a:cubicBezTo>
                <a:cubicBezTo>
                  <a:pt x="333006" y="1880875"/>
                  <a:pt x="375293" y="2013020"/>
                  <a:pt x="586726" y="2028877"/>
                </a:cubicBezTo>
                <a:cubicBezTo>
                  <a:pt x="792873" y="2044734"/>
                  <a:pt x="1014877" y="1960161"/>
                  <a:pt x="1125878" y="2250882"/>
                </a:cubicBezTo>
                <a:cubicBezTo>
                  <a:pt x="1157593" y="2340740"/>
                  <a:pt x="1353170" y="2314312"/>
                  <a:pt x="1474744" y="2330169"/>
                </a:cubicBezTo>
                <a:cubicBezTo>
                  <a:pt x="1739034" y="2367170"/>
                  <a:pt x="2019183" y="2330169"/>
                  <a:pt x="2272901" y="2446458"/>
                </a:cubicBezTo>
                <a:cubicBezTo>
                  <a:pt x="2373332" y="2488744"/>
                  <a:pt x="2442048" y="2520459"/>
                  <a:pt x="2389190" y="2636747"/>
                </a:cubicBezTo>
                <a:cubicBezTo>
                  <a:pt x="2336332" y="2758321"/>
                  <a:pt x="2405048" y="2800607"/>
                  <a:pt x="2489621" y="2848179"/>
                </a:cubicBezTo>
                <a:cubicBezTo>
                  <a:pt x="2553051" y="2885180"/>
                  <a:pt x="2648195" y="2874609"/>
                  <a:pt x="2701053" y="2985611"/>
                </a:cubicBezTo>
                <a:cubicBezTo>
                  <a:pt x="2146043" y="2969753"/>
                  <a:pt x="1606888" y="2879895"/>
                  <a:pt x="1057165" y="2964468"/>
                </a:cubicBezTo>
                <a:cubicBezTo>
                  <a:pt x="1659748" y="3175900"/>
                  <a:pt x="2320474" y="3165328"/>
                  <a:pt x="2912485" y="3408477"/>
                </a:cubicBezTo>
                <a:cubicBezTo>
                  <a:pt x="2891342" y="3493050"/>
                  <a:pt x="2753911" y="3456048"/>
                  <a:pt x="2748626" y="3582909"/>
                </a:cubicBezTo>
                <a:cubicBezTo>
                  <a:pt x="3060489" y="3715055"/>
                  <a:pt x="3435782" y="3625195"/>
                  <a:pt x="3763503" y="3820771"/>
                </a:cubicBezTo>
                <a:cubicBezTo>
                  <a:pt x="3573213" y="3910629"/>
                  <a:pt x="3398782" y="3762626"/>
                  <a:pt x="3219063" y="3847199"/>
                </a:cubicBezTo>
                <a:cubicBezTo>
                  <a:pt x="3277208" y="3974060"/>
                  <a:pt x="5909545" y="4756360"/>
                  <a:pt x="6385269" y="4840933"/>
                </a:cubicBezTo>
                <a:cubicBezTo>
                  <a:pt x="7171204" y="4982659"/>
                  <a:pt x="9157515" y="5302348"/>
                  <a:pt x="10285854" y="5471118"/>
                </a:cubicBezTo>
                <a:lnTo>
                  <a:pt x="10423900" y="5491534"/>
                </a:lnTo>
                <a:close/>
              </a:path>
            </a:pathLst>
          </a:custGeom>
          <a:solidFill>
            <a:schemeClr val="accent1">
              <a:alpha val="20000"/>
            </a:schemeClr>
          </a:solidFill>
          <a:ln w="32707" cap="flat">
            <a:noFill/>
            <a:prstDash val="solid"/>
            <a:miter/>
          </a:ln>
        </p:spPr>
        <p:txBody>
          <a:bodyPr wrap="square" rtlCol="0" anchor="ctr">
            <a:noAutofit/>
          </a:bodyPr>
          <a:lstStyle/>
          <a:p>
            <a:endParaRPr lang="en-US"/>
          </a:p>
        </p:txBody>
      </p:sp>
      <p:sp>
        <p:nvSpPr>
          <p:cNvPr id="2" name="Date Placeholder 1">
            <a:extLst>
              <a:ext uri="{FF2B5EF4-FFF2-40B4-BE49-F238E27FC236}">
                <a16:creationId xmlns:a16="http://schemas.microsoft.com/office/drawing/2014/main" id="{71C9756B-145D-4BA8-AA43-904C1E7CB86D}"/>
              </a:ext>
            </a:extLst>
          </p:cNvPr>
          <p:cNvSpPr>
            <a:spLocks noGrp="1"/>
          </p:cNvSpPr>
          <p:nvPr>
            <p:ph type="dt" sz="half" idx="10"/>
          </p:nvPr>
        </p:nvSpPr>
        <p:spPr/>
        <p:txBody>
          <a:bodyPr/>
          <a:lstStyle/>
          <a:p>
            <a:fld id="{3C04E684-10F4-4CC3-A0B9-F03AA7BE37CF}" type="datetimeFigureOut">
              <a:rPr lang="en-US" smtClean="0"/>
              <a:t>4/23/2026</a:t>
            </a:fld>
            <a:endParaRPr lang="en-US"/>
          </a:p>
        </p:txBody>
      </p:sp>
      <p:sp>
        <p:nvSpPr>
          <p:cNvPr id="3" name="Footer Placeholder 2">
            <a:extLst>
              <a:ext uri="{FF2B5EF4-FFF2-40B4-BE49-F238E27FC236}">
                <a16:creationId xmlns:a16="http://schemas.microsoft.com/office/drawing/2014/main" id="{B21DB60F-139E-4C44-89AF-3F8F5EC241F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8226C9-C193-4B47-9717-4BC86C9092C7}"/>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193454042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Freeform: Shape 7" descr="Tag=AccentColor&#10;Flavor=Light&#10;Target=Fill">
            <a:extLst>
              <a:ext uri="{FF2B5EF4-FFF2-40B4-BE49-F238E27FC236}">
                <a16:creationId xmlns:a16="http://schemas.microsoft.com/office/drawing/2014/main" id="{76C5A8FA-6B61-4934-AF55-C595090CA5DC}"/>
              </a:ext>
            </a:extLst>
          </p:cNvPr>
          <p:cNvSpPr/>
          <p:nvPr/>
        </p:nvSpPr>
        <p:spPr>
          <a:xfrm>
            <a:off x="4726728" y="0"/>
            <a:ext cx="7472381" cy="6858000"/>
          </a:xfrm>
          <a:custGeom>
            <a:avLst/>
            <a:gdLst>
              <a:gd name="connsiteX0" fmla="*/ 1232666 w 7472381"/>
              <a:gd name="connsiteY0" fmla="*/ 0 h 6886575"/>
              <a:gd name="connsiteX1" fmla="*/ 7472381 w 7472381"/>
              <a:gd name="connsiteY1" fmla="*/ 0 h 6886575"/>
              <a:gd name="connsiteX2" fmla="*/ 7472381 w 7472381"/>
              <a:gd name="connsiteY2" fmla="*/ 814388 h 6886575"/>
              <a:gd name="connsiteX3" fmla="*/ 7472381 w 7472381"/>
              <a:gd name="connsiteY3" fmla="*/ 6411516 h 6886575"/>
              <a:gd name="connsiteX4" fmla="*/ 7472381 w 7472381"/>
              <a:gd name="connsiteY4" fmla="*/ 6886575 h 6886575"/>
              <a:gd name="connsiteX5" fmla="*/ 6992676 w 7472381"/>
              <a:gd name="connsiteY5" fmla="*/ 6886575 h 6886575"/>
              <a:gd name="connsiteX6" fmla="*/ 1946893 w 7472381"/>
              <a:gd name="connsiteY6" fmla="*/ 6886575 h 6886575"/>
              <a:gd name="connsiteX7" fmla="*/ 1506276 w 7472381"/>
              <a:gd name="connsiteY7" fmla="*/ 6686550 h 6886575"/>
              <a:gd name="connsiteX8" fmla="*/ 1314394 w 7472381"/>
              <a:gd name="connsiteY8" fmla="*/ 6457949 h 6886575"/>
              <a:gd name="connsiteX9" fmla="*/ 1246880 w 7472381"/>
              <a:gd name="connsiteY9" fmla="*/ 6393656 h 6886575"/>
              <a:gd name="connsiteX10" fmla="*/ 1079872 w 7472381"/>
              <a:gd name="connsiteY10" fmla="*/ 6307931 h 6886575"/>
              <a:gd name="connsiteX11" fmla="*/ 788495 w 7472381"/>
              <a:gd name="connsiteY11" fmla="*/ 6125765 h 6886575"/>
              <a:gd name="connsiteX12" fmla="*/ 895097 w 7472381"/>
              <a:gd name="connsiteY12" fmla="*/ 6082903 h 6886575"/>
              <a:gd name="connsiteX13" fmla="*/ 1204239 w 7472381"/>
              <a:gd name="connsiteY13" fmla="*/ 6193631 h 6886575"/>
              <a:gd name="connsiteX14" fmla="*/ 1428102 w 7472381"/>
              <a:gd name="connsiteY14" fmla="*/ 6222206 h 6886575"/>
              <a:gd name="connsiteX15" fmla="*/ 1111852 w 7472381"/>
              <a:gd name="connsiteY15" fmla="*/ 6029325 h 6886575"/>
              <a:gd name="connsiteX16" fmla="*/ 806262 w 7472381"/>
              <a:gd name="connsiteY16" fmla="*/ 5779294 h 6886575"/>
              <a:gd name="connsiteX17" fmla="*/ 1040785 w 7472381"/>
              <a:gd name="connsiteY17" fmla="*/ 5825728 h 6886575"/>
              <a:gd name="connsiteX18" fmla="*/ 1051445 w 7472381"/>
              <a:gd name="connsiteY18" fmla="*/ 5793581 h 6886575"/>
              <a:gd name="connsiteX19" fmla="*/ 845349 w 7472381"/>
              <a:gd name="connsiteY19" fmla="*/ 5497115 h 6886575"/>
              <a:gd name="connsiteX20" fmla="*/ 745855 w 7472381"/>
              <a:gd name="connsiteY20" fmla="*/ 5375672 h 6886575"/>
              <a:gd name="connsiteX21" fmla="*/ 291024 w 7472381"/>
              <a:gd name="connsiteY21" fmla="*/ 5014913 h 6886575"/>
              <a:gd name="connsiteX22" fmla="*/ 724535 w 7472381"/>
              <a:gd name="connsiteY22" fmla="*/ 5175647 h 6886575"/>
              <a:gd name="connsiteX23" fmla="*/ 276811 w 7472381"/>
              <a:gd name="connsiteY23" fmla="*/ 4825603 h 6886575"/>
              <a:gd name="connsiteX24" fmla="*/ 60055 w 7472381"/>
              <a:gd name="connsiteY24" fmla="*/ 4697016 h 6886575"/>
              <a:gd name="connsiteX25" fmla="*/ 6755 w 7472381"/>
              <a:gd name="connsiteY25" fmla="*/ 4622006 h 6886575"/>
              <a:gd name="connsiteX26" fmla="*/ 102696 w 7472381"/>
              <a:gd name="connsiteY26" fmla="*/ 4604146 h 6886575"/>
              <a:gd name="connsiteX27" fmla="*/ 397625 w 7472381"/>
              <a:gd name="connsiteY27" fmla="*/ 4632722 h 6886575"/>
              <a:gd name="connsiteX28" fmla="*/ 31628 w 7472381"/>
              <a:gd name="connsiteY28" fmla="*/ 4396978 h 6886575"/>
              <a:gd name="connsiteX29" fmla="*/ 305237 w 7472381"/>
              <a:gd name="connsiteY29" fmla="*/ 4432697 h 6886575"/>
              <a:gd name="connsiteX30" fmla="*/ 383412 w 7472381"/>
              <a:gd name="connsiteY30" fmla="*/ 4339828 h 6886575"/>
              <a:gd name="connsiteX31" fmla="*/ 511333 w 7472381"/>
              <a:gd name="connsiteY31" fmla="*/ 4189810 h 6886575"/>
              <a:gd name="connsiteX32" fmla="*/ 600167 w 7472381"/>
              <a:gd name="connsiteY32" fmla="*/ 4107656 h 6886575"/>
              <a:gd name="connsiteX33" fmla="*/ 635701 w 7472381"/>
              <a:gd name="connsiteY33" fmla="*/ 3843337 h 6886575"/>
              <a:gd name="connsiteX34" fmla="*/ 561080 w 7472381"/>
              <a:gd name="connsiteY34" fmla="*/ 3554015 h 6886575"/>
              <a:gd name="connsiteX35" fmla="*/ 354985 w 7472381"/>
              <a:gd name="connsiteY35" fmla="*/ 3407569 h 6886575"/>
              <a:gd name="connsiteX36" fmla="*/ 415392 w 7472381"/>
              <a:gd name="connsiteY36" fmla="*/ 3243263 h 6886575"/>
              <a:gd name="connsiteX37" fmla="*/ 852456 w 7472381"/>
              <a:gd name="connsiteY37" fmla="*/ 3343275 h 6886575"/>
              <a:gd name="connsiteX38" fmla="*/ 202190 w 7472381"/>
              <a:gd name="connsiteY38" fmla="*/ 2953940 h 6886575"/>
              <a:gd name="connsiteX39" fmla="*/ 312344 w 7472381"/>
              <a:gd name="connsiteY39" fmla="*/ 2936081 h 6886575"/>
              <a:gd name="connsiteX40" fmla="*/ 706768 w 7472381"/>
              <a:gd name="connsiteY40" fmla="*/ 2714625 h 6886575"/>
              <a:gd name="connsiteX41" fmla="*/ 728088 w 7472381"/>
              <a:gd name="connsiteY41" fmla="*/ 2703909 h 6886575"/>
              <a:gd name="connsiteX42" fmla="*/ 795602 w 7472381"/>
              <a:gd name="connsiteY42" fmla="*/ 2564606 h 6886575"/>
              <a:gd name="connsiteX43" fmla="*/ 1008804 w 7472381"/>
              <a:gd name="connsiteY43" fmla="*/ 2543175 h 6886575"/>
              <a:gd name="connsiteX44" fmla="*/ 1186473 w 7472381"/>
              <a:gd name="connsiteY44" fmla="*/ 2575322 h 6886575"/>
              <a:gd name="connsiteX45" fmla="*/ 1378355 w 7472381"/>
              <a:gd name="connsiteY45" fmla="*/ 2536031 h 6886575"/>
              <a:gd name="connsiteX46" fmla="*/ 1548916 w 7472381"/>
              <a:gd name="connsiteY46" fmla="*/ 2553891 h 6886575"/>
              <a:gd name="connsiteX47" fmla="*/ 1694604 w 7472381"/>
              <a:gd name="connsiteY47" fmla="*/ 2528888 h 6886575"/>
              <a:gd name="connsiteX48" fmla="*/ 1552469 w 7472381"/>
              <a:gd name="connsiteY48" fmla="*/ 2411015 h 6886575"/>
              <a:gd name="connsiteX49" fmla="*/ 1353481 w 7472381"/>
              <a:gd name="connsiteY49" fmla="*/ 2411015 h 6886575"/>
              <a:gd name="connsiteX50" fmla="*/ 1211346 w 7472381"/>
              <a:gd name="connsiteY50" fmla="*/ 2336007 h 6886575"/>
              <a:gd name="connsiteX51" fmla="*/ 1076318 w 7472381"/>
              <a:gd name="connsiteY51" fmla="*/ 2200275 h 6886575"/>
              <a:gd name="connsiteX52" fmla="*/ 600167 w 7472381"/>
              <a:gd name="connsiteY52" fmla="*/ 1982390 h 6886575"/>
              <a:gd name="connsiteX53" fmla="*/ 514886 w 7472381"/>
              <a:gd name="connsiteY53" fmla="*/ 1900238 h 6886575"/>
              <a:gd name="connsiteX54" fmla="*/ 1872273 w 7472381"/>
              <a:gd name="connsiteY54" fmla="*/ 2218135 h 6886575"/>
              <a:gd name="connsiteX55" fmla="*/ 1452975 w 7472381"/>
              <a:gd name="connsiteY55" fmla="*/ 2085975 h 6886575"/>
              <a:gd name="connsiteX56" fmla="*/ 1737245 w 7472381"/>
              <a:gd name="connsiteY56" fmla="*/ 2110978 h 6886575"/>
              <a:gd name="connsiteX57" fmla="*/ 1893593 w 7472381"/>
              <a:gd name="connsiteY57" fmla="*/ 2021681 h 6886575"/>
              <a:gd name="connsiteX58" fmla="*/ 1893593 w 7472381"/>
              <a:gd name="connsiteY58" fmla="*/ 1993106 h 6886575"/>
              <a:gd name="connsiteX59" fmla="*/ 1776332 w 7472381"/>
              <a:gd name="connsiteY59" fmla="*/ 1910953 h 6886575"/>
              <a:gd name="connsiteX60" fmla="*/ 1708818 w 7472381"/>
              <a:gd name="connsiteY60" fmla="*/ 1857375 h 6886575"/>
              <a:gd name="connsiteX61" fmla="*/ 1524043 w 7472381"/>
              <a:gd name="connsiteY61" fmla="*/ 1664493 h 6886575"/>
              <a:gd name="connsiteX62" fmla="*/ 1655517 w 7472381"/>
              <a:gd name="connsiteY62" fmla="*/ 1643062 h 6886575"/>
              <a:gd name="connsiteX63" fmla="*/ 1705264 w 7472381"/>
              <a:gd name="connsiteY63" fmla="*/ 1603772 h 6886575"/>
              <a:gd name="connsiteX64" fmla="*/ 1669731 w 7472381"/>
              <a:gd name="connsiteY64" fmla="*/ 1546622 h 6886575"/>
              <a:gd name="connsiteX65" fmla="*/ 1261093 w 7472381"/>
              <a:gd name="connsiteY65" fmla="*/ 1371600 h 6886575"/>
              <a:gd name="connsiteX66" fmla="*/ 1229113 w 7472381"/>
              <a:gd name="connsiteY66" fmla="*/ 1235869 h 6886575"/>
              <a:gd name="connsiteX67" fmla="*/ 1307287 w 7472381"/>
              <a:gd name="connsiteY67" fmla="*/ 1214437 h 6886575"/>
              <a:gd name="connsiteX68" fmla="*/ 1396121 w 7472381"/>
              <a:gd name="connsiteY68" fmla="*/ 1225153 h 6886575"/>
              <a:gd name="connsiteX69" fmla="*/ 1325054 w 7472381"/>
              <a:gd name="connsiteY69" fmla="*/ 1117997 h 6886575"/>
              <a:gd name="connsiteX70" fmla="*/ 1037231 w 7472381"/>
              <a:gd name="connsiteY70" fmla="*/ 1010841 h 6886575"/>
              <a:gd name="connsiteX71" fmla="*/ 983931 w 7472381"/>
              <a:gd name="connsiteY71" fmla="*/ 953690 h 6886575"/>
              <a:gd name="connsiteX72" fmla="*/ 1054998 w 7472381"/>
              <a:gd name="connsiteY72" fmla="*/ 925115 h 6886575"/>
              <a:gd name="connsiteX73" fmla="*/ 1108299 w 7472381"/>
              <a:gd name="connsiteY73" fmla="*/ 914400 h 6886575"/>
              <a:gd name="connsiteX74" fmla="*/ 6755 w 7472381"/>
              <a:gd name="connsiteY74" fmla="*/ 467915 h 6886575"/>
              <a:gd name="connsiteX75" fmla="*/ 255490 w 7472381"/>
              <a:gd name="connsiteY75" fmla="*/ 464344 h 6886575"/>
              <a:gd name="connsiteX76" fmla="*/ 500673 w 7472381"/>
              <a:gd name="connsiteY76" fmla="*/ 535781 h 6886575"/>
              <a:gd name="connsiteX77" fmla="*/ 760069 w 7472381"/>
              <a:gd name="connsiteY77" fmla="*/ 525066 h 6886575"/>
              <a:gd name="connsiteX78" fmla="*/ 1005251 w 7472381"/>
              <a:gd name="connsiteY78" fmla="*/ 560785 h 6886575"/>
              <a:gd name="connsiteX79" fmla="*/ 1218453 w 7472381"/>
              <a:gd name="connsiteY79" fmla="*/ 560785 h 6886575"/>
              <a:gd name="connsiteX80" fmla="*/ 1019464 w 7472381"/>
              <a:gd name="connsiteY80" fmla="*/ 507206 h 6886575"/>
              <a:gd name="connsiteX81" fmla="*/ 944844 w 7472381"/>
              <a:gd name="connsiteY81" fmla="*/ 417909 h 6886575"/>
              <a:gd name="connsiteX82" fmla="*/ 969717 w 7472381"/>
              <a:gd name="connsiteY82" fmla="*/ 335757 h 6886575"/>
              <a:gd name="connsiteX83" fmla="*/ 1051445 w 7472381"/>
              <a:gd name="connsiteY83" fmla="*/ 360759 h 6886575"/>
              <a:gd name="connsiteX84" fmla="*/ 1147386 w 7472381"/>
              <a:gd name="connsiteY84" fmla="*/ 453629 h 6886575"/>
              <a:gd name="connsiteX85" fmla="*/ 1168706 w 7472381"/>
              <a:gd name="connsiteY85" fmla="*/ 396478 h 6886575"/>
              <a:gd name="connsiteX86" fmla="*/ 1225560 w 7472381"/>
              <a:gd name="connsiteY86" fmla="*/ 353615 h 6886575"/>
              <a:gd name="connsiteX87" fmla="*/ 1552469 w 7472381"/>
              <a:gd name="connsiteY87" fmla="*/ 375047 h 6886575"/>
              <a:gd name="connsiteX88" fmla="*/ 1335714 w 7472381"/>
              <a:gd name="connsiteY88" fmla="*/ 192881 h 6886575"/>
              <a:gd name="connsiteX89" fmla="*/ 1197133 w 7472381"/>
              <a:gd name="connsiteY89" fmla="*/ 164306 h 6886575"/>
              <a:gd name="connsiteX90" fmla="*/ 1165153 w 7472381"/>
              <a:gd name="connsiteY90" fmla="*/ 89297 h 6886575"/>
              <a:gd name="connsiteX91" fmla="*/ 1229113 w 7472381"/>
              <a:gd name="connsiteY91" fmla="*/ 71437 h 6886575"/>
              <a:gd name="connsiteX92" fmla="*/ 1548916 w 7472381"/>
              <a:gd name="connsiteY92" fmla="*/ 135731 h 6886575"/>
              <a:gd name="connsiteX93" fmla="*/ 1602217 w 7472381"/>
              <a:gd name="connsiteY93" fmla="*/ 110728 h 6886575"/>
              <a:gd name="connsiteX94" fmla="*/ 1232666 w 7472381"/>
              <a:gd name="connsiteY94" fmla="*/ 0 h 6886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Lst>
            <a:rect l="l" t="t" r="r" b="b"/>
            <a:pathLst>
              <a:path w="7472381" h="6886575">
                <a:moveTo>
                  <a:pt x="1232666" y="0"/>
                </a:moveTo>
                <a:lnTo>
                  <a:pt x="7472381" y="0"/>
                </a:lnTo>
                <a:lnTo>
                  <a:pt x="7472381" y="814388"/>
                </a:lnTo>
                <a:lnTo>
                  <a:pt x="7472381" y="6411516"/>
                </a:lnTo>
                <a:lnTo>
                  <a:pt x="7472381" y="6886575"/>
                </a:lnTo>
                <a:lnTo>
                  <a:pt x="6992676" y="6886575"/>
                </a:lnTo>
                <a:lnTo>
                  <a:pt x="1946893" y="6886575"/>
                </a:lnTo>
                <a:cubicBezTo>
                  <a:pt x="1801205" y="6815137"/>
                  <a:pt x="1662624" y="6729412"/>
                  <a:pt x="1506276" y="6686550"/>
                </a:cubicBezTo>
                <a:cubicBezTo>
                  <a:pt x="1399675" y="6657975"/>
                  <a:pt x="1296627" y="6607969"/>
                  <a:pt x="1314394" y="6457949"/>
                </a:cubicBezTo>
                <a:cubicBezTo>
                  <a:pt x="1317947" y="6415087"/>
                  <a:pt x="1289520" y="6382941"/>
                  <a:pt x="1246880" y="6393656"/>
                </a:cubicBezTo>
                <a:cubicBezTo>
                  <a:pt x="1165153" y="6415087"/>
                  <a:pt x="1126065" y="6354365"/>
                  <a:pt x="1079872" y="6307931"/>
                </a:cubicBezTo>
                <a:cubicBezTo>
                  <a:pt x="998144" y="6225779"/>
                  <a:pt x="919970" y="6140052"/>
                  <a:pt x="788495" y="6125765"/>
                </a:cubicBezTo>
                <a:cubicBezTo>
                  <a:pt x="813369" y="6061471"/>
                  <a:pt x="856009" y="6068615"/>
                  <a:pt x="895097" y="6082903"/>
                </a:cubicBezTo>
                <a:cubicBezTo>
                  <a:pt x="998144" y="6118622"/>
                  <a:pt x="1101192" y="6157912"/>
                  <a:pt x="1204239" y="6193631"/>
                </a:cubicBezTo>
                <a:cubicBezTo>
                  <a:pt x="1271754" y="6215062"/>
                  <a:pt x="1339267" y="6247209"/>
                  <a:pt x="1428102" y="6222206"/>
                </a:cubicBezTo>
                <a:cubicBezTo>
                  <a:pt x="1349928" y="6093619"/>
                  <a:pt x="1218453" y="6068615"/>
                  <a:pt x="1111852" y="6029325"/>
                </a:cubicBezTo>
                <a:cubicBezTo>
                  <a:pt x="980377" y="5979319"/>
                  <a:pt x="902203" y="5886450"/>
                  <a:pt x="806262" y="5779294"/>
                </a:cubicBezTo>
                <a:cubicBezTo>
                  <a:pt x="902203" y="5750719"/>
                  <a:pt x="962610" y="5829300"/>
                  <a:pt x="1040785" y="5825728"/>
                </a:cubicBezTo>
                <a:cubicBezTo>
                  <a:pt x="1044338" y="5815012"/>
                  <a:pt x="1051445" y="5793581"/>
                  <a:pt x="1051445" y="5793581"/>
                </a:cubicBezTo>
                <a:cubicBezTo>
                  <a:pt x="923523" y="5736431"/>
                  <a:pt x="866670" y="5629275"/>
                  <a:pt x="845349" y="5497115"/>
                </a:cubicBezTo>
                <a:cubicBezTo>
                  <a:pt x="838243" y="5429250"/>
                  <a:pt x="792049" y="5407819"/>
                  <a:pt x="745855" y="5375672"/>
                </a:cubicBezTo>
                <a:cubicBezTo>
                  <a:pt x="589507" y="5264943"/>
                  <a:pt x="422499" y="5164931"/>
                  <a:pt x="291024" y="5014913"/>
                </a:cubicBezTo>
                <a:cubicBezTo>
                  <a:pt x="443819" y="5032771"/>
                  <a:pt x="564633" y="5132784"/>
                  <a:pt x="724535" y="5175647"/>
                </a:cubicBezTo>
                <a:cubicBezTo>
                  <a:pt x="596614" y="5011340"/>
                  <a:pt x="429605" y="4925615"/>
                  <a:pt x="276811" y="4825603"/>
                </a:cubicBezTo>
                <a:cubicBezTo>
                  <a:pt x="205743" y="4779169"/>
                  <a:pt x="141783" y="4722018"/>
                  <a:pt x="60055" y="4697016"/>
                </a:cubicBezTo>
                <a:cubicBezTo>
                  <a:pt x="31628" y="4689872"/>
                  <a:pt x="-18119" y="4672013"/>
                  <a:pt x="6755" y="4622006"/>
                </a:cubicBezTo>
                <a:cubicBezTo>
                  <a:pt x="28075" y="4579144"/>
                  <a:pt x="67162" y="4593432"/>
                  <a:pt x="102696" y="4604146"/>
                </a:cubicBezTo>
                <a:cubicBezTo>
                  <a:pt x="187976" y="4632722"/>
                  <a:pt x="280364" y="4632722"/>
                  <a:pt x="397625" y="4632722"/>
                </a:cubicBezTo>
                <a:cubicBezTo>
                  <a:pt x="298131" y="4496990"/>
                  <a:pt x="116909" y="4539853"/>
                  <a:pt x="31628" y="4396978"/>
                </a:cubicBezTo>
                <a:cubicBezTo>
                  <a:pt x="138229" y="4371976"/>
                  <a:pt x="219957" y="4421982"/>
                  <a:pt x="305237" y="4432697"/>
                </a:cubicBezTo>
                <a:cubicBezTo>
                  <a:pt x="383412" y="4443413"/>
                  <a:pt x="401178" y="4418409"/>
                  <a:pt x="383412" y="4339828"/>
                </a:cubicBezTo>
                <a:cubicBezTo>
                  <a:pt x="354985" y="4218385"/>
                  <a:pt x="397625" y="4157662"/>
                  <a:pt x="511333" y="4189810"/>
                </a:cubicBezTo>
                <a:cubicBezTo>
                  <a:pt x="617934" y="4221956"/>
                  <a:pt x="628594" y="4175522"/>
                  <a:pt x="600167" y="4107656"/>
                </a:cubicBezTo>
                <a:cubicBezTo>
                  <a:pt x="557527" y="4007644"/>
                  <a:pt x="603720" y="3929063"/>
                  <a:pt x="635701" y="3843337"/>
                </a:cubicBezTo>
                <a:cubicBezTo>
                  <a:pt x="685448" y="3714750"/>
                  <a:pt x="664128" y="3650456"/>
                  <a:pt x="561080" y="3554015"/>
                </a:cubicBezTo>
                <a:cubicBezTo>
                  <a:pt x="500673" y="3500438"/>
                  <a:pt x="440265" y="3454003"/>
                  <a:pt x="354985" y="3407569"/>
                </a:cubicBezTo>
                <a:cubicBezTo>
                  <a:pt x="550420" y="3382565"/>
                  <a:pt x="347878" y="3296841"/>
                  <a:pt x="415392" y="3243263"/>
                </a:cubicBezTo>
                <a:cubicBezTo>
                  <a:pt x="553973" y="3221831"/>
                  <a:pt x="664128" y="3393282"/>
                  <a:pt x="852456" y="3343275"/>
                </a:cubicBezTo>
                <a:cubicBezTo>
                  <a:pt x="625041" y="3196828"/>
                  <a:pt x="369198" y="3150393"/>
                  <a:pt x="202190" y="2953940"/>
                </a:cubicBezTo>
                <a:cubicBezTo>
                  <a:pt x="241277" y="2911078"/>
                  <a:pt x="280364" y="2953940"/>
                  <a:pt x="312344" y="2936081"/>
                </a:cubicBezTo>
                <a:cubicBezTo>
                  <a:pt x="312344" y="2925365"/>
                  <a:pt x="685448" y="2993232"/>
                  <a:pt x="706768" y="2714625"/>
                </a:cubicBezTo>
                <a:cubicBezTo>
                  <a:pt x="713875" y="2714625"/>
                  <a:pt x="720982" y="2714625"/>
                  <a:pt x="728088" y="2703909"/>
                </a:cubicBezTo>
                <a:cubicBezTo>
                  <a:pt x="767175" y="2664619"/>
                  <a:pt x="731642" y="2571750"/>
                  <a:pt x="795602" y="2564606"/>
                </a:cubicBezTo>
                <a:cubicBezTo>
                  <a:pt x="866670" y="2557462"/>
                  <a:pt x="934184" y="2525315"/>
                  <a:pt x="1008804" y="2543175"/>
                </a:cubicBezTo>
                <a:cubicBezTo>
                  <a:pt x="1065658" y="2557462"/>
                  <a:pt x="1126065" y="2575322"/>
                  <a:pt x="1186473" y="2575322"/>
                </a:cubicBezTo>
                <a:cubicBezTo>
                  <a:pt x="1250433" y="2575322"/>
                  <a:pt x="1339267" y="2696766"/>
                  <a:pt x="1378355" y="2536031"/>
                </a:cubicBezTo>
                <a:cubicBezTo>
                  <a:pt x="1378355" y="2528888"/>
                  <a:pt x="1488509" y="2546747"/>
                  <a:pt x="1548916" y="2553891"/>
                </a:cubicBezTo>
                <a:cubicBezTo>
                  <a:pt x="1598663" y="2561035"/>
                  <a:pt x="1659071" y="2593181"/>
                  <a:pt x="1694604" y="2528888"/>
                </a:cubicBezTo>
                <a:cubicBezTo>
                  <a:pt x="1712371" y="2489596"/>
                  <a:pt x="1627090" y="2418159"/>
                  <a:pt x="1552469" y="2411015"/>
                </a:cubicBezTo>
                <a:cubicBezTo>
                  <a:pt x="1484956" y="2403872"/>
                  <a:pt x="1417442" y="2396728"/>
                  <a:pt x="1353481" y="2411015"/>
                </a:cubicBezTo>
                <a:cubicBezTo>
                  <a:pt x="1275307" y="2428875"/>
                  <a:pt x="1232666" y="2400300"/>
                  <a:pt x="1211346" y="2336007"/>
                </a:cubicBezTo>
                <a:cubicBezTo>
                  <a:pt x="1186473" y="2268141"/>
                  <a:pt x="1140279" y="2232422"/>
                  <a:pt x="1076318" y="2200275"/>
                </a:cubicBezTo>
                <a:cubicBezTo>
                  <a:pt x="919970" y="2121694"/>
                  <a:pt x="770729" y="2028825"/>
                  <a:pt x="600167" y="1982390"/>
                </a:cubicBezTo>
                <a:cubicBezTo>
                  <a:pt x="568187" y="1975246"/>
                  <a:pt x="529100" y="1960959"/>
                  <a:pt x="514886" y="1900238"/>
                </a:cubicBezTo>
                <a:cubicBezTo>
                  <a:pt x="976824" y="1993106"/>
                  <a:pt x="1396121" y="2232422"/>
                  <a:pt x="1872273" y="2218135"/>
                </a:cubicBezTo>
                <a:cubicBezTo>
                  <a:pt x="1744351" y="2143125"/>
                  <a:pt x="1591557" y="2139554"/>
                  <a:pt x="1452975" y="2085975"/>
                </a:cubicBezTo>
                <a:cubicBezTo>
                  <a:pt x="1552469" y="2046685"/>
                  <a:pt x="1644857" y="2089547"/>
                  <a:pt x="1737245" y="2110978"/>
                </a:cubicBezTo>
                <a:cubicBezTo>
                  <a:pt x="1815419" y="2128837"/>
                  <a:pt x="1886486" y="2132410"/>
                  <a:pt x="1893593" y="2021681"/>
                </a:cubicBezTo>
                <a:cubicBezTo>
                  <a:pt x="1893593" y="2010965"/>
                  <a:pt x="1893593" y="2003821"/>
                  <a:pt x="1893593" y="1993106"/>
                </a:cubicBezTo>
                <a:cubicBezTo>
                  <a:pt x="1865166" y="1946672"/>
                  <a:pt x="1826079" y="1925240"/>
                  <a:pt x="1776332" y="1910953"/>
                </a:cubicBezTo>
                <a:cubicBezTo>
                  <a:pt x="1747905" y="1903809"/>
                  <a:pt x="1708818" y="1889522"/>
                  <a:pt x="1708818" y="1857375"/>
                </a:cubicBezTo>
                <a:cubicBezTo>
                  <a:pt x="1712371" y="1735931"/>
                  <a:pt x="1616430" y="1700212"/>
                  <a:pt x="1524043" y="1664493"/>
                </a:cubicBezTo>
                <a:cubicBezTo>
                  <a:pt x="1573790" y="1603772"/>
                  <a:pt x="1616430" y="1646635"/>
                  <a:pt x="1655517" y="1643062"/>
                </a:cubicBezTo>
                <a:cubicBezTo>
                  <a:pt x="1680391" y="1639491"/>
                  <a:pt x="1705264" y="1635919"/>
                  <a:pt x="1705264" y="1603772"/>
                </a:cubicBezTo>
                <a:cubicBezTo>
                  <a:pt x="1705264" y="1578769"/>
                  <a:pt x="1694604" y="1546622"/>
                  <a:pt x="1669731" y="1546622"/>
                </a:cubicBezTo>
                <a:cubicBezTo>
                  <a:pt x="1513383" y="1543050"/>
                  <a:pt x="1424548" y="1371600"/>
                  <a:pt x="1261093" y="1371600"/>
                </a:cubicBezTo>
                <a:cubicBezTo>
                  <a:pt x="1161599" y="1371600"/>
                  <a:pt x="1310841" y="1275159"/>
                  <a:pt x="1229113" y="1235869"/>
                </a:cubicBezTo>
                <a:cubicBezTo>
                  <a:pt x="1211346" y="1225153"/>
                  <a:pt x="1278860" y="1210866"/>
                  <a:pt x="1307287" y="1214437"/>
                </a:cubicBezTo>
                <a:cubicBezTo>
                  <a:pt x="1335714" y="1218009"/>
                  <a:pt x="1360588" y="1243013"/>
                  <a:pt x="1396121" y="1225153"/>
                </a:cubicBezTo>
                <a:cubicBezTo>
                  <a:pt x="1413888" y="1160860"/>
                  <a:pt x="1367694" y="1135856"/>
                  <a:pt x="1325054" y="1117997"/>
                </a:cubicBezTo>
                <a:cubicBezTo>
                  <a:pt x="1232666" y="1075135"/>
                  <a:pt x="1140279" y="1025129"/>
                  <a:pt x="1037231" y="1010841"/>
                </a:cubicBezTo>
                <a:cubicBezTo>
                  <a:pt x="1001698" y="1007269"/>
                  <a:pt x="980377" y="989409"/>
                  <a:pt x="983931" y="953690"/>
                </a:cubicBezTo>
                <a:cubicBezTo>
                  <a:pt x="991037" y="907256"/>
                  <a:pt x="1026571" y="921544"/>
                  <a:pt x="1054998" y="925115"/>
                </a:cubicBezTo>
                <a:cubicBezTo>
                  <a:pt x="1072765" y="928688"/>
                  <a:pt x="1090532" y="939403"/>
                  <a:pt x="1108299" y="914400"/>
                </a:cubicBezTo>
                <a:cubicBezTo>
                  <a:pt x="692555" y="660797"/>
                  <a:pt x="472246" y="675085"/>
                  <a:pt x="6755" y="467915"/>
                </a:cubicBezTo>
                <a:cubicBezTo>
                  <a:pt x="109802" y="428625"/>
                  <a:pt x="184423" y="457200"/>
                  <a:pt x="255490" y="464344"/>
                </a:cubicBezTo>
                <a:cubicBezTo>
                  <a:pt x="433159" y="482203"/>
                  <a:pt x="323004" y="514350"/>
                  <a:pt x="500673" y="535781"/>
                </a:cubicBezTo>
                <a:cubicBezTo>
                  <a:pt x="585954" y="546497"/>
                  <a:pt x="664128" y="582216"/>
                  <a:pt x="760069" y="525066"/>
                </a:cubicBezTo>
                <a:cubicBezTo>
                  <a:pt x="824029" y="485775"/>
                  <a:pt x="927077" y="528637"/>
                  <a:pt x="1005251" y="560785"/>
                </a:cubicBezTo>
                <a:cubicBezTo>
                  <a:pt x="1069212" y="589360"/>
                  <a:pt x="1133172" y="596503"/>
                  <a:pt x="1218453" y="560785"/>
                </a:cubicBezTo>
                <a:cubicBezTo>
                  <a:pt x="1140279" y="539354"/>
                  <a:pt x="1079872" y="521494"/>
                  <a:pt x="1019464" y="507206"/>
                </a:cubicBezTo>
                <a:cubicBezTo>
                  <a:pt x="969717" y="496491"/>
                  <a:pt x="941290" y="471488"/>
                  <a:pt x="944844" y="417909"/>
                </a:cubicBezTo>
                <a:cubicBezTo>
                  <a:pt x="944844" y="389334"/>
                  <a:pt x="934184" y="350044"/>
                  <a:pt x="969717" y="335757"/>
                </a:cubicBezTo>
                <a:cubicBezTo>
                  <a:pt x="998144" y="321469"/>
                  <a:pt x="1037231" y="335757"/>
                  <a:pt x="1051445" y="360759"/>
                </a:cubicBezTo>
                <a:cubicBezTo>
                  <a:pt x="1069212" y="407194"/>
                  <a:pt x="1086978" y="450056"/>
                  <a:pt x="1147386" y="453629"/>
                </a:cubicBezTo>
                <a:cubicBezTo>
                  <a:pt x="1229113" y="460771"/>
                  <a:pt x="1182919" y="432197"/>
                  <a:pt x="1168706" y="396478"/>
                </a:cubicBezTo>
                <a:cubicBezTo>
                  <a:pt x="1154492" y="357188"/>
                  <a:pt x="1197133" y="346472"/>
                  <a:pt x="1225560" y="353615"/>
                </a:cubicBezTo>
                <a:cubicBezTo>
                  <a:pt x="1332161" y="385763"/>
                  <a:pt x="1442315" y="328613"/>
                  <a:pt x="1552469" y="375047"/>
                </a:cubicBezTo>
                <a:cubicBezTo>
                  <a:pt x="1524043" y="260747"/>
                  <a:pt x="1463635" y="210741"/>
                  <a:pt x="1335714" y="192881"/>
                </a:cubicBezTo>
                <a:cubicBezTo>
                  <a:pt x="1289520" y="189310"/>
                  <a:pt x="1239773" y="196453"/>
                  <a:pt x="1197133" y="164306"/>
                </a:cubicBezTo>
                <a:cubicBezTo>
                  <a:pt x="1172259" y="146447"/>
                  <a:pt x="1147386" y="125016"/>
                  <a:pt x="1165153" y="89297"/>
                </a:cubicBezTo>
                <a:cubicBezTo>
                  <a:pt x="1175813" y="64294"/>
                  <a:pt x="1204239" y="64294"/>
                  <a:pt x="1229113" y="71437"/>
                </a:cubicBezTo>
                <a:cubicBezTo>
                  <a:pt x="1332161" y="110728"/>
                  <a:pt x="1442315" y="121444"/>
                  <a:pt x="1548916" y="135731"/>
                </a:cubicBezTo>
                <a:cubicBezTo>
                  <a:pt x="1566683" y="139303"/>
                  <a:pt x="1584450" y="146447"/>
                  <a:pt x="1602217" y="110728"/>
                </a:cubicBezTo>
                <a:cubicBezTo>
                  <a:pt x="1477849" y="78581"/>
                  <a:pt x="1357034" y="35719"/>
                  <a:pt x="1232666" y="0"/>
                </a:cubicBezTo>
                <a:close/>
              </a:path>
            </a:pathLst>
          </a:custGeom>
          <a:solidFill>
            <a:schemeClr val="accent1">
              <a:alpha val="20000"/>
            </a:schemeClr>
          </a:solidFill>
          <a:ln w="32707" cap="flat">
            <a:noFill/>
            <a:prstDash val="solid"/>
            <a:miter/>
          </a:ln>
        </p:spPr>
        <p:txBody>
          <a:bodyPr rtlCol="0" anchor="ctr"/>
          <a:lstStyle/>
          <a:p>
            <a:endParaRPr lang="en-US">
              <a:solidFill>
                <a:schemeClr val="tx1"/>
              </a:solidFill>
            </a:endParaRPr>
          </a:p>
        </p:txBody>
      </p:sp>
      <p:sp>
        <p:nvSpPr>
          <p:cNvPr id="2" name="Title 1">
            <a:extLst>
              <a:ext uri="{FF2B5EF4-FFF2-40B4-BE49-F238E27FC236}">
                <a16:creationId xmlns:a16="http://schemas.microsoft.com/office/drawing/2014/main" id="{146AD042-DE90-4088-8A07-B9A64C2CE03E}"/>
              </a:ext>
            </a:extLst>
          </p:cNvPr>
          <p:cNvSpPr>
            <a:spLocks noGrp="1"/>
          </p:cNvSpPr>
          <p:nvPr>
            <p:ph type="title"/>
          </p:nvPr>
        </p:nvSpPr>
        <p:spPr>
          <a:xfrm>
            <a:off x="839788" y="640080"/>
            <a:ext cx="3886200" cy="2953512"/>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BF2FFC98-62A0-445A-BEDA-785BE925A1D8}"/>
              </a:ext>
            </a:extLst>
          </p:cNvPr>
          <p:cNvSpPr>
            <a:spLocks noGrp="1"/>
          </p:cNvSpPr>
          <p:nvPr>
            <p:ph idx="1"/>
          </p:nvPr>
        </p:nvSpPr>
        <p:spPr>
          <a:xfrm>
            <a:off x="7059168" y="640080"/>
            <a:ext cx="4489704" cy="5596128"/>
          </a:xfrm>
        </p:spPr>
        <p:txBody>
          <a:bodyPr anchor="ct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DB4D7827-8489-4EE4-88EE-16685FE6DE8A}"/>
              </a:ext>
            </a:extLst>
          </p:cNvPr>
          <p:cNvSpPr>
            <a:spLocks noGrp="1"/>
          </p:cNvSpPr>
          <p:nvPr>
            <p:ph type="body" sz="half" idx="2"/>
          </p:nvPr>
        </p:nvSpPr>
        <p:spPr>
          <a:xfrm>
            <a:off x="839788" y="3776472"/>
            <a:ext cx="3886200" cy="246888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C33534F-EA91-4A50-B0F6-10D689E458EF}"/>
              </a:ext>
            </a:extLst>
          </p:cNvPr>
          <p:cNvSpPr>
            <a:spLocks noGrp="1"/>
          </p:cNvSpPr>
          <p:nvPr>
            <p:ph type="dt" sz="half" idx="10"/>
          </p:nvPr>
        </p:nvSpPr>
        <p:spPr/>
        <p:txBody>
          <a:bodyPr/>
          <a:lstStyle/>
          <a:p>
            <a:fld id="{3C04E684-10F4-4CC3-A0B9-F03AA7BE37CF}" type="datetimeFigureOut">
              <a:rPr lang="en-US" smtClean="0"/>
              <a:t>4/23/2026</a:t>
            </a:fld>
            <a:endParaRPr lang="en-US"/>
          </a:p>
        </p:txBody>
      </p:sp>
      <p:sp>
        <p:nvSpPr>
          <p:cNvPr id="6" name="Footer Placeholder 5">
            <a:extLst>
              <a:ext uri="{FF2B5EF4-FFF2-40B4-BE49-F238E27FC236}">
                <a16:creationId xmlns:a16="http://schemas.microsoft.com/office/drawing/2014/main" id="{6C20F3F7-8B4B-4015-AA9C-109D05B2F146}"/>
              </a:ext>
            </a:extLst>
          </p:cNvPr>
          <p:cNvSpPr>
            <a:spLocks noGrp="1"/>
          </p:cNvSpPr>
          <p:nvPr>
            <p:ph type="ftr" sz="quarter" idx="11"/>
          </p:nvPr>
        </p:nvSpPr>
        <p:spPr/>
        <p:txBody>
          <a:bodyPr/>
          <a:lstStyle>
            <a:lvl1pPr algn="l">
              <a:defRPr/>
            </a:lvl1pPr>
          </a:lstStyle>
          <a:p>
            <a:endParaRPr lang="en-US"/>
          </a:p>
        </p:txBody>
      </p:sp>
      <p:sp>
        <p:nvSpPr>
          <p:cNvPr id="7" name="Slide Number Placeholder 6">
            <a:extLst>
              <a:ext uri="{FF2B5EF4-FFF2-40B4-BE49-F238E27FC236}">
                <a16:creationId xmlns:a16="http://schemas.microsoft.com/office/drawing/2014/main" id="{910B6EE2-78A1-4D01-87BE-A1487FBD271F}"/>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337022082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Graphic 1" descr="Tag=AccentColor&#10;Flavor=Light&#10;Target=Fill">
            <a:extLst>
              <a:ext uri="{FF2B5EF4-FFF2-40B4-BE49-F238E27FC236}">
                <a16:creationId xmlns:a16="http://schemas.microsoft.com/office/drawing/2014/main" id="{0EE21C0F-70D8-4F3C-9392-07559C90EE6E}"/>
              </a:ext>
            </a:extLst>
          </p:cNvPr>
          <p:cNvSpPr/>
          <p:nvPr/>
        </p:nvSpPr>
        <p:spPr>
          <a:xfrm rot="10800000" flipH="1" flipV="1">
            <a:off x="684965" y="1332237"/>
            <a:ext cx="5263732" cy="3841102"/>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accent1">
              <a:alpha val="20000"/>
            </a:schemeClr>
          </a:solidFill>
          <a:ln w="32707"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48DB1DFE-8154-440D-93CF-FEF7860E897F}"/>
              </a:ext>
            </a:extLst>
          </p:cNvPr>
          <p:cNvSpPr>
            <a:spLocks noGrp="1"/>
          </p:cNvSpPr>
          <p:nvPr>
            <p:ph type="title"/>
          </p:nvPr>
        </p:nvSpPr>
        <p:spPr>
          <a:xfrm>
            <a:off x="1399032" y="2523744"/>
            <a:ext cx="3831336" cy="1453896"/>
          </a:xfrm>
        </p:spPr>
        <p:txBody>
          <a:bodyPr anchor="b"/>
          <a:lstStyle>
            <a:lvl1pPr algn="ct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CD9D1F5-05CC-48F3-A314-315EF1703043}"/>
              </a:ext>
            </a:extLst>
          </p:cNvPr>
          <p:cNvSpPr>
            <a:spLocks noGrp="1"/>
          </p:cNvSpPr>
          <p:nvPr>
            <p:ph type="pic" idx="1"/>
          </p:nvPr>
        </p:nvSpPr>
        <p:spPr>
          <a:xfrm>
            <a:off x="6711696" y="640079"/>
            <a:ext cx="4837176" cy="556869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211807DE-1178-4BBB-89D8-9046239C2DE9}"/>
              </a:ext>
            </a:extLst>
          </p:cNvPr>
          <p:cNvSpPr>
            <a:spLocks noGrp="1"/>
          </p:cNvSpPr>
          <p:nvPr>
            <p:ph type="body" sz="half" idx="2"/>
          </p:nvPr>
        </p:nvSpPr>
        <p:spPr>
          <a:xfrm>
            <a:off x="1655064" y="4087368"/>
            <a:ext cx="3319272" cy="649224"/>
          </a:xfrm>
        </p:spPr>
        <p:txBody>
          <a:bodyPr>
            <a:noAutofit/>
          </a:bodyPr>
          <a:lstStyle>
            <a:lvl1pPr marL="0" indent="0" algn="ctr">
              <a:buNone/>
              <a:defRPr sz="2000" cap="all"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D48EA59-A1BC-48B7-9495-6D5C6035B14B}"/>
              </a:ext>
            </a:extLst>
          </p:cNvPr>
          <p:cNvSpPr>
            <a:spLocks noGrp="1"/>
          </p:cNvSpPr>
          <p:nvPr>
            <p:ph type="dt" sz="half" idx="10"/>
          </p:nvPr>
        </p:nvSpPr>
        <p:spPr/>
        <p:txBody>
          <a:bodyPr/>
          <a:lstStyle/>
          <a:p>
            <a:fld id="{3C04E684-10F4-4CC3-A0B9-F03AA7BE37CF}" type="datetimeFigureOut">
              <a:rPr lang="en-US" smtClean="0"/>
              <a:t>4/23/2026</a:t>
            </a:fld>
            <a:endParaRPr lang="en-US"/>
          </a:p>
        </p:txBody>
      </p:sp>
      <p:sp>
        <p:nvSpPr>
          <p:cNvPr id="6" name="Footer Placeholder 5">
            <a:extLst>
              <a:ext uri="{FF2B5EF4-FFF2-40B4-BE49-F238E27FC236}">
                <a16:creationId xmlns:a16="http://schemas.microsoft.com/office/drawing/2014/main" id="{49F85A72-B50F-440E-AAD3-53C099F6D9B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2C2D00B-4207-4720-8C68-605CAFDD5CA2}"/>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177402212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1C888B-58B8-4428-8B1D-4E26FC5DD59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314F67B-D516-42FA-A2CA-2DCD37CFE8D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2BA5FF-4919-4FF8-9C04-06CE156B762F}"/>
              </a:ext>
            </a:extLst>
          </p:cNvPr>
          <p:cNvSpPr>
            <a:spLocks noGrp="1"/>
          </p:cNvSpPr>
          <p:nvPr>
            <p:ph type="dt" sz="half" idx="10"/>
          </p:nvPr>
        </p:nvSpPr>
        <p:spPr/>
        <p:txBody>
          <a:bodyPr/>
          <a:lstStyle/>
          <a:p>
            <a:fld id="{3C04E684-10F4-4CC3-A0B9-F03AA7BE37CF}" type="datetimeFigureOut">
              <a:rPr lang="en-US" smtClean="0"/>
              <a:t>4/23/2026</a:t>
            </a:fld>
            <a:endParaRPr lang="en-US"/>
          </a:p>
        </p:txBody>
      </p:sp>
      <p:sp>
        <p:nvSpPr>
          <p:cNvPr id="5" name="Footer Placeholder 4">
            <a:extLst>
              <a:ext uri="{FF2B5EF4-FFF2-40B4-BE49-F238E27FC236}">
                <a16:creationId xmlns:a16="http://schemas.microsoft.com/office/drawing/2014/main" id="{CBEDA970-128E-4150-8E5A-A1B056E835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EC6CD1-EE5E-42EF-B76D-BB803BA6AB5E}"/>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390599579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50C2A1B-34CA-4877-9435-D77DF325757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F255E5E-4A81-44CC-8D99-F56E625D463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19CEECF-A221-4ECC-AD9C-E197D516D24C}"/>
              </a:ext>
            </a:extLst>
          </p:cNvPr>
          <p:cNvSpPr>
            <a:spLocks noGrp="1"/>
          </p:cNvSpPr>
          <p:nvPr>
            <p:ph type="dt" sz="half" idx="10"/>
          </p:nvPr>
        </p:nvSpPr>
        <p:spPr/>
        <p:txBody>
          <a:bodyPr/>
          <a:lstStyle/>
          <a:p>
            <a:fld id="{3C04E684-10F4-4CC3-A0B9-F03AA7BE37CF}" type="datetimeFigureOut">
              <a:rPr lang="en-US" smtClean="0"/>
              <a:t>4/23/2026</a:t>
            </a:fld>
            <a:endParaRPr lang="en-US"/>
          </a:p>
        </p:txBody>
      </p:sp>
      <p:sp>
        <p:nvSpPr>
          <p:cNvPr id="5" name="Footer Placeholder 4">
            <a:extLst>
              <a:ext uri="{FF2B5EF4-FFF2-40B4-BE49-F238E27FC236}">
                <a16:creationId xmlns:a16="http://schemas.microsoft.com/office/drawing/2014/main" id="{018F41AE-0DDE-49ED-9F0C-E0E16F599A0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B47FB7-77F0-4C43-B81E-D04B31C953DA}"/>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12039496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72D13B-FFCB-4650-AD3C-CB503735257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D0CA9470-DF15-46A1-BF0E-8A5367A4B0F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263047CB-E94D-482F-BACA-681E96C0EC2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600">
                <a:solidFill>
                  <a:schemeClr val="tx1">
                    <a:tint val="75000"/>
                  </a:schemeClr>
                </a:solidFill>
              </a:defRPr>
            </a:lvl1pPr>
          </a:lstStyle>
          <a:p>
            <a:fld id="{72345051-2045-45DA-935E-2E3CA1A69ADC}" type="datetimeFigureOut">
              <a:rPr lang="en-US" smtClean="0"/>
              <a:t>4/23/2026</a:t>
            </a:fld>
            <a:endParaRPr lang="en-US" dirty="0"/>
          </a:p>
        </p:txBody>
      </p:sp>
      <p:sp>
        <p:nvSpPr>
          <p:cNvPr id="5" name="Footer Placeholder 4">
            <a:extLst>
              <a:ext uri="{FF2B5EF4-FFF2-40B4-BE49-F238E27FC236}">
                <a16:creationId xmlns:a16="http://schemas.microsoft.com/office/drawing/2014/main" id="{2CFDA4B5-E797-42FC-8B7A-2294DF24A3D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6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678ED201-6D0E-422C-B4EC-566A3DC2980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600">
                <a:solidFill>
                  <a:schemeClr val="tx1">
                    <a:tint val="75000"/>
                  </a:schemeClr>
                </a:solidFill>
              </a:defRPr>
            </a:lvl1pPr>
          </a:lstStyle>
          <a:p>
            <a:fld id="{A7CD31F4-64FA-4BA0-9498-67783267A8C8}" type="slidenum">
              <a:rPr lang="en-US" smtClean="0"/>
              <a:t>‹#›</a:t>
            </a:fld>
            <a:endParaRPr lang="en-US" dirty="0"/>
          </a:p>
        </p:txBody>
      </p:sp>
    </p:spTree>
    <p:extLst>
      <p:ext uri="{BB962C8B-B14F-4D97-AF65-F5344CB8AC3E}">
        <p14:creationId xmlns:p14="http://schemas.microsoft.com/office/powerpoint/2010/main" val="675405923"/>
      </p:ext>
    </p:extLst>
  </p:cSld>
  <p:clrMap bg1="lt1" tx1="dk1" bg2="lt2" tx2="dk2" accent1="accent1" accent2="accent2" accent3="accent3" accent4="accent4" accent5="accent5" accent6="accent6" hlink="hlink" folHlink="folHlink"/>
  <p:sldLayoutIdLst>
    <p:sldLayoutId id="2147483887" r:id="rId1"/>
    <p:sldLayoutId id="2147483888" r:id="rId2"/>
    <p:sldLayoutId id="2147483889" r:id="rId3"/>
    <p:sldLayoutId id="2147483890" r:id="rId4"/>
    <p:sldLayoutId id="2147483880" r:id="rId5"/>
    <p:sldLayoutId id="2147483881" r:id="rId6"/>
    <p:sldLayoutId id="2147483886" r:id="rId7"/>
    <p:sldLayoutId id="2147483882" r:id="rId8"/>
    <p:sldLayoutId id="2147483883" r:id="rId9"/>
    <p:sldLayoutId id="2147483884" r:id="rId10"/>
    <p:sldLayoutId id="2147483885" r:id="rId11"/>
  </p:sldLayoutIdLst>
  <p:txStyles>
    <p:titleStyle>
      <a:lvl1pPr algn="l" defTabSz="914400" rtl="0" eaLnBrk="1" latinLnBrk="0" hangingPunct="1">
        <a:lnSpc>
          <a:spcPct val="100000"/>
        </a:lnSpc>
        <a:spcBef>
          <a:spcPct val="0"/>
        </a:spcBef>
        <a:buNone/>
        <a:defRPr sz="4800"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8615C6B-1C98-4B1C-AB4B-1E1898E593B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2E8DFF97-B7FD-47F9-BC7F-DD4B4C5EA2F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A1831D22-079E-43E3-86A4-BA12DB888C7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C04E684-10F4-4CC3-A0B9-F03AA7BE37CF}" type="datetimeFigureOut">
              <a:rPr lang="en-US" smtClean="0"/>
              <a:t>4/23/2026</a:t>
            </a:fld>
            <a:endParaRPr lang="en-US"/>
          </a:p>
        </p:txBody>
      </p:sp>
      <p:sp>
        <p:nvSpPr>
          <p:cNvPr id="5" name="Footer Placeholder 4">
            <a:extLst>
              <a:ext uri="{FF2B5EF4-FFF2-40B4-BE49-F238E27FC236}">
                <a16:creationId xmlns:a16="http://schemas.microsoft.com/office/drawing/2014/main" id="{A14C30A2-140B-4A5D-BEEC-C1314AF1F3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B71BA8F-7826-496D-91F8-B3ECDF34DA7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1845F5A-061D-4825-9AE9-D7794091C6CF}" type="slidenum">
              <a:rPr lang="en-US" smtClean="0"/>
              <a:t>‹#›</a:t>
            </a:fld>
            <a:endParaRPr lang="en-US"/>
          </a:p>
        </p:txBody>
      </p:sp>
    </p:spTree>
    <p:extLst>
      <p:ext uri="{BB962C8B-B14F-4D97-AF65-F5344CB8AC3E}">
        <p14:creationId xmlns:p14="http://schemas.microsoft.com/office/powerpoint/2010/main" val="970677110"/>
      </p:ext>
    </p:extLst>
  </p:cSld>
  <p:clrMap bg1="lt1" tx1="dk1" bg2="lt2" tx2="dk2" accent1="accent1" accent2="accent2" accent3="accent3" accent4="accent4" accent5="accent5" accent6="accent6" hlink="hlink" folHlink="folHlink"/>
  <p:sldLayoutIdLst>
    <p:sldLayoutId id="2147483784" r:id="rId1"/>
    <p:sldLayoutId id="2147483785" r:id="rId2"/>
    <p:sldLayoutId id="2147483786" r:id="rId3"/>
    <p:sldLayoutId id="2147483787" r:id="rId4"/>
    <p:sldLayoutId id="2147483788" r:id="rId5"/>
    <p:sldLayoutId id="2147483782" r:id="rId6"/>
    <p:sldLayoutId id="2147483777" r:id="rId7"/>
    <p:sldLayoutId id="2147483778" r:id="rId8"/>
    <p:sldLayoutId id="2147483779" r:id="rId9"/>
    <p:sldLayoutId id="2147483780" r:id="rId10"/>
    <p:sldLayoutId id="2147483781" r:id="rId11"/>
    <p:sldLayoutId id="2147483783" r:id="rId12"/>
  </p:sldLayoutIdLst>
  <p:txStyles>
    <p:titleStyle>
      <a:lvl1pPr algn="l" defTabSz="914400" rtl="0" eaLnBrk="1" latinLnBrk="0" hangingPunct="1">
        <a:lnSpc>
          <a:spcPct val="90000"/>
        </a:lnSpc>
        <a:spcBef>
          <a:spcPct val="0"/>
        </a:spcBef>
        <a:buNone/>
        <a:defRPr sz="4400" i="1" kern="120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3.gif"/></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2E7F79C-2CB5-28DC-3715-452253EC9A75}"/>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B7AD9F6-8CE7-4299-8FC6-328F4DCD3F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42E8A43C-5E49-44BA-30FC-B053F0ACC68E}"/>
              </a:ext>
            </a:extLst>
          </p:cNvPr>
          <p:cNvSpPr>
            <a:spLocks noGrp="1"/>
          </p:cNvSpPr>
          <p:nvPr>
            <p:ph type="ctrTitle"/>
          </p:nvPr>
        </p:nvSpPr>
        <p:spPr>
          <a:xfrm>
            <a:off x="280737" y="743453"/>
            <a:ext cx="7158288" cy="3566160"/>
          </a:xfrm>
        </p:spPr>
        <p:txBody>
          <a:bodyPr anchor="b">
            <a:normAutofit/>
          </a:bodyPr>
          <a:lstStyle/>
          <a:p>
            <a:r>
              <a:rPr lang="en-US" sz="5400" dirty="0"/>
              <a:t>Edge Detection</a:t>
            </a:r>
          </a:p>
        </p:txBody>
      </p:sp>
      <p:sp>
        <p:nvSpPr>
          <p:cNvPr id="2" name="Subtitle 1">
            <a:extLst>
              <a:ext uri="{FF2B5EF4-FFF2-40B4-BE49-F238E27FC236}">
                <a16:creationId xmlns:a16="http://schemas.microsoft.com/office/drawing/2014/main" id="{3934E135-66C7-9CCC-EA80-9FFB5BDBE337}"/>
              </a:ext>
            </a:extLst>
          </p:cNvPr>
          <p:cNvSpPr>
            <a:spLocks noGrp="1"/>
          </p:cNvSpPr>
          <p:nvPr>
            <p:ph type="subTitle" idx="1"/>
          </p:nvPr>
        </p:nvSpPr>
        <p:spPr>
          <a:xfrm>
            <a:off x="890339" y="4636008"/>
            <a:ext cx="3734014" cy="1572768"/>
          </a:xfrm>
        </p:spPr>
        <p:txBody>
          <a:bodyPr>
            <a:normAutofit/>
          </a:bodyPr>
          <a:lstStyle/>
          <a:p>
            <a:r>
              <a:rPr lang="en-US" dirty="0"/>
              <a:t>Final Project</a:t>
            </a:r>
          </a:p>
          <a:p>
            <a:r>
              <a:rPr lang="en-US" dirty="0"/>
              <a:t>Essa Abdulrahman</a:t>
            </a:r>
          </a:p>
        </p:txBody>
      </p:sp>
      <p:sp>
        <p:nvSpPr>
          <p:cNvPr id="11" name="Rectangle 6">
            <a:extLst>
              <a:ext uri="{FF2B5EF4-FFF2-40B4-BE49-F238E27FC236}">
                <a16:creationId xmlns:a16="http://schemas.microsoft.com/office/drawing/2014/main" id="{F49775AF-8896-43EE-92C6-83497D6DC5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0338" y="4409267"/>
            <a:ext cx="3474720" cy="27432"/>
          </a:xfrm>
          <a:custGeom>
            <a:avLst/>
            <a:gdLst>
              <a:gd name="csX0" fmla="*/ 0 w 3474720"/>
              <a:gd name="csY0" fmla="*/ 0 h 27432"/>
              <a:gd name="csX1" fmla="*/ 660197 w 3474720"/>
              <a:gd name="csY1" fmla="*/ 0 h 27432"/>
              <a:gd name="csX2" fmla="*/ 1355141 w 3474720"/>
              <a:gd name="csY2" fmla="*/ 0 h 27432"/>
              <a:gd name="csX3" fmla="*/ 2084832 w 3474720"/>
              <a:gd name="csY3" fmla="*/ 0 h 27432"/>
              <a:gd name="csX4" fmla="*/ 2814523 w 3474720"/>
              <a:gd name="csY4" fmla="*/ 0 h 27432"/>
              <a:gd name="csX5" fmla="*/ 3474720 w 3474720"/>
              <a:gd name="csY5" fmla="*/ 0 h 27432"/>
              <a:gd name="csX6" fmla="*/ 3474720 w 3474720"/>
              <a:gd name="csY6" fmla="*/ 27432 h 27432"/>
              <a:gd name="csX7" fmla="*/ 2710282 w 3474720"/>
              <a:gd name="csY7" fmla="*/ 27432 h 27432"/>
              <a:gd name="csX8" fmla="*/ 1945843 w 3474720"/>
              <a:gd name="csY8" fmla="*/ 27432 h 27432"/>
              <a:gd name="csX9" fmla="*/ 1250899 w 3474720"/>
              <a:gd name="csY9" fmla="*/ 27432 h 27432"/>
              <a:gd name="csX10" fmla="*/ 0 w 3474720"/>
              <a:gd name="csY10" fmla="*/ 27432 h 27432"/>
              <a:gd name="csX11" fmla="*/ 0 w 3474720"/>
              <a:gd name="csY11" fmla="*/ 0 h 274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474720" h="27432" fill="none" extrusionOk="0">
                <a:moveTo>
                  <a:pt x="0" y="0"/>
                </a:moveTo>
                <a:cubicBezTo>
                  <a:pt x="307185" y="-8713"/>
                  <a:pt x="392307" y="-13121"/>
                  <a:pt x="660197" y="0"/>
                </a:cubicBezTo>
                <a:cubicBezTo>
                  <a:pt x="928087" y="13121"/>
                  <a:pt x="1167029" y="-2668"/>
                  <a:pt x="1355141" y="0"/>
                </a:cubicBezTo>
                <a:cubicBezTo>
                  <a:pt x="1543253" y="2668"/>
                  <a:pt x="1739408" y="-6709"/>
                  <a:pt x="2084832" y="0"/>
                </a:cubicBezTo>
                <a:cubicBezTo>
                  <a:pt x="2430256" y="6709"/>
                  <a:pt x="2538889" y="29706"/>
                  <a:pt x="2814523" y="0"/>
                </a:cubicBezTo>
                <a:cubicBezTo>
                  <a:pt x="3090157" y="-29706"/>
                  <a:pt x="3152920" y="-15446"/>
                  <a:pt x="3474720" y="0"/>
                </a:cubicBezTo>
                <a:cubicBezTo>
                  <a:pt x="3473554" y="7395"/>
                  <a:pt x="3474765" y="21864"/>
                  <a:pt x="3474720" y="27432"/>
                </a:cubicBezTo>
                <a:cubicBezTo>
                  <a:pt x="3275380" y="12730"/>
                  <a:pt x="2958934" y="10130"/>
                  <a:pt x="2710282" y="27432"/>
                </a:cubicBezTo>
                <a:cubicBezTo>
                  <a:pt x="2461630" y="44734"/>
                  <a:pt x="2131168" y="43757"/>
                  <a:pt x="1945843" y="27432"/>
                </a:cubicBezTo>
                <a:cubicBezTo>
                  <a:pt x="1760518" y="11107"/>
                  <a:pt x="1444829" y="-3738"/>
                  <a:pt x="1250899" y="27432"/>
                </a:cubicBezTo>
                <a:cubicBezTo>
                  <a:pt x="1056969" y="58602"/>
                  <a:pt x="444992" y="52761"/>
                  <a:pt x="0" y="27432"/>
                </a:cubicBezTo>
                <a:cubicBezTo>
                  <a:pt x="-503" y="20663"/>
                  <a:pt x="1168" y="5855"/>
                  <a:pt x="0" y="0"/>
                </a:cubicBezTo>
                <a:close/>
              </a:path>
              <a:path w="3474720" h="27432" stroke="0" extrusionOk="0">
                <a:moveTo>
                  <a:pt x="0" y="0"/>
                </a:moveTo>
                <a:cubicBezTo>
                  <a:pt x="300114" y="-5103"/>
                  <a:pt x="525093" y="-25284"/>
                  <a:pt x="660197" y="0"/>
                </a:cubicBezTo>
                <a:cubicBezTo>
                  <a:pt x="795301" y="25284"/>
                  <a:pt x="1023172" y="17955"/>
                  <a:pt x="1250899" y="0"/>
                </a:cubicBezTo>
                <a:cubicBezTo>
                  <a:pt x="1478626" y="-17955"/>
                  <a:pt x="1782079" y="-27844"/>
                  <a:pt x="2015338" y="0"/>
                </a:cubicBezTo>
                <a:cubicBezTo>
                  <a:pt x="2248597" y="27844"/>
                  <a:pt x="2491007" y="27648"/>
                  <a:pt x="2675534" y="0"/>
                </a:cubicBezTo>
                <a:cubicBezTo>
                  <a:pt x="2860061" y="-27648"/>
                  <a:pt x="3088679" y="-3661"/>
                  <a:pt x="3474720" y="0"/>
                </a:cubicBezTo>
                <a:cubicBezTo>
                  <a:pt x="3474913" y="12649"/>
                  <a:pt x="3473732" y="17989"/>
                  <a:pt x="3474720" y="27432"/>
                </a:cubicBezTo>
                <a:cubicBezTo>
                  <a:pt x="3317198" y="15714"/>
                  <a:pt x="2959205" y="52182"/>
                  <a:pt x="2779776" y="27432"/>
                </a:cubicBezTo>
                <a:cubicBezTo>
                  <a:pt x="2600347" y="2682"/>
                  <a:pt x="2382660" y="-684"/>
                  <a:pt x="2015338" y="27432"/>
                </a:cubicBezTo>
                <a:cubicBezTo>
                  <a:pt x="1648016" y="55548"/>
                  <a:pt x="1641073" y="39646"/>
                  <a:pt x="1424635" y="27432"/>
                </a:cubicBezTo>
                <a:cubicBezTo>
                  <a:pt x="1208197" y="15218"/>
                  <a:pt x="1021559" y="15893"/>
                  <a:pt x="729691" y="27432"/>
                </a:cubicBezTo>
                <a:cubicBezTo>
                  <a:pt x="437823" y="38971"/>
                  <a:pt x="153856" y="-2647"/>
                  <a:pt x="0" y="27432"/>
                </a:cubicBezTo>
                <a:cubicBezTo>
                  <a:pt x="1300" y="19678"/>
                  <a:pt x="-86" y="12044"/>
                  <a:pt x="0" y="0"/>
                </a:cubicBezTo>
                <a:close/>
              </a:path>
            </a:pathLst>
          </a:custGeom>
          <a:solidFill>
            <a:srgbClr val="FD1CCF"/>
          </a:solidFill>
          <a:ln w="38100" cap="rnd">
            <a:solidFill>
              <a:srgbClr val="FD1CCF"/>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8F821041-C26F-EA8E-E7F5-4F875DF08333}"/>
              </a:ext>
            </a:extLst>
          </p:cNvPr>
          <p:cNvPicPr>
            <a:picLocks noChangeAspect="1"/>
          </p:cNvPicPr>
          <p:nvPr/>
        </p:nvPicPr>
        <p:blipFill>
          <a:blip r:embed="rId2"/>
          <a:srcRect b="303"/>
          <a:stretch>
            <a:fillRect/>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10882884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75A5EDC-27E2-4694-B13A-DE80EE2A4C35}"/>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B7AD9F6-8CE7-4299-8FC6-328F4DCD3F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CB3E8B5B-1C92-E490-CE45-574FFE9B6B6D}"/>
              </a:ext>
            </a:extLst>
          </p:cNvPr>
          <p:cNvSpPr>
            <a:spLocks noGrp="1"/>
          </p:cNvSpPr>
          <p:nvPr>
            <p:ph type="ctrTitle"/>
          </p:nvPr>
        </p:nvSpPr>
        <p:spPr>
          <a:xfrm>
            <a:off x="5632703" y="572430"/>
            <a:ext cx="4243589" cy="1088136"/>
          </a:xfrm>
        </p:spPr>
        <p:txBody>
          <a:bodyPr anchor="b">
            <a:normAutofit fontScale="90000"/>
          </a:bodyPr>
          <a:lstStyle/>
          <a:p>
            <a:r>
              <a:rPr lang="en-US" sz="8000" dirty="0">
                <a:latin typeface="Times New Roman" panose="02020603050405020304" pitchFamily="18" charset="0"/>
                <a:cs typeface="Times New Roman" panose="02020603050405020304" pitchFamily="18" charset="0"/>
              </a:rPr>
              <a:t>definition</a:t>
            </a:r>
          </a:p>
        </p:txBody>
      </p:sp>
      <p:sp>
        <p:nvSpPr>
          <p:cNvPr id="11" name="Rectangle 6">
            <a:extLst>
              <a:ext uri="{FF2B5EF4-FFF2-40B4-BE49-F238E27FC236}">
                <a16:creationId xmlns:a16="http://schemas.microsoft.com/office/drawing/2014/main" id="{F49775AF-8896-43EE-92C6-83497D6DC5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12862" y="4409267"/>
            <a:ext cx="4243589" cy="27432"/>
          </a:xfrm>
          <a:custGeom>
            <a:avLst/>
            <a:gdLst>
              <a:gd name="csX0" fmla="*/ 0 w 4243589"/>
              <a:gd name="csY0" fmla="*/ 0 h 27432"/>
              <a:gd name="csX1" fmla="*/ 563791 w 4243589"/>
              <a:gd name="csY1" fmla="*/ 0 h 27432"/>
              <a:gd name="csX2" fmla="*/ 1042710 w 4243589"/>
              <a:gd name="csY2" fmla="*/ 0 h 27432"/>
              <a:gd name="csX3" fmla="*/ 1564066 w 4243589"/>
              <a:gd name="csY3" fmla="*/ 0 h 27432"/>
              <a:gd name="csX4" fmla="*/ 2212729 w 4243589"/>
              <a:gd name="csY4" fmla="*/ 0 h 27432"/>
              <a:gd name="csX5" fmla="*/ 2776520 w 4243589"/>
              <a:gd name="csY5" fmla="*/ 0 h 27432"/>
              <a:gd name="csX6" fmla="*/ 3297875 w 4243589"/>
              <a:gd name="csY6" fmla="*/ 0 h 27432"/>
              <a:gd name="csX7" fmla="*/ 4243589 w 4243589"/>
              <a:gd name="csY7" fmla="*/ 0 h 27432"/>
              <a:gd name="csX8" fmla="*/ 4243589 w 4243589"/>
              <a:gd name="csY8" fmla="*/ 27432 h 27432"/>
              <a:gd name="csX9" fmla="*/ 3637362 w 4243589"/>
              <a:gd name="csY9" fmla="*/ 27432 h 27432"/>
              <a:gd name="csX10" fmla="*/ 3116007 w 4243589"/>
              <a:gd name="csY10" fmla="*/ 27432 h 27432"/>
              <a:gd name="csX11" fmla="*/ 2424908 w 4243589"/>
              <a:gd name="csY11" fmla="*/ 27432 h 27432"/>
              <a:gd name="csX12" fmla="*/ 1861117 w 4243589"/>
              <a:gd name="csY12" fmla="*/ 27432 h 27432"/>
              <a:gd name="csX13" fmla="*/ 1382198 w 4243589"/>
              <a:gd name="csY13" fmla="*/ 27432 h 27432"/>
              <a:gd name="csX14" fmla="*/ 733535 w 4243589"/>
              <a:gd name="csY14" fmla="*/ 27432 h 27432"/>
              <a:gd name="csX15" fmla="*/ 0 w 4243589"/>
              <a:gd name="csY15" fmla="*/ 27432 h 27432"/>
              <a:gd name="csX16" fmla="*/ 0 w 4243589"/>
              <a:gd name="csY16" fmla="*/ 0 h 274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rgbClr val="FD1CCF"/>
          </a:solidFill>
          <a:ln w="38100" cap="rnd">
            <a:solidFill>
              <a:srgbClr val="FD1CCF"/>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AD54B92D-7289-BBEE-2F9F-B15E0E7D57A1}"/>
              </a:ext>
            </a:extLst>
          </p:cNvPr>
          <p:cNvPicPr>
            <a:picLocks noChangeAspect="1"/>
          </p:cNvPicPr>
          <p:nvPr/>
        </p:nvPicPr>
        <p:blipFill>
          <a:blip r:embed="rId2"/>
          <a:srcRect l="9263" r="22826"/>
          <a:stretch>
            <a:fillRect/>
          </a:stretch>
        </p:blipFill>
        <p:spPr>
          <a:xfrm>
            <a:off x="1" y="10"/>
            <a:ext cx="4657344"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6" name="TextBox 5">
            <a:extLst>
              <a:ext uri="{FF2B5EF4-FFF2-40B4-BE49-F238E27FC236}">
                <a16:creationId xmlns:a16="http://schemas.microsoft.com/office/drawing/2014/main" id="{F066E8CE-ECAD-36CD-8468-D45F231A8683}"/>
              </a:ext>
            </a:extLst>
          </p:cNvPr>
          <p:cNvSpPr txBox="1"/>
          <p:nvPr/>
        </p:nvSpPr>
        <p:spPr>
          <a:xfrm>
            <a:off x="5069160" y="1997250"/>
            <a:ext cx="6251110" cy="1631216"/>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Edge detection is a fundamental technique in computer vision and image processing used to identify the boundaries within an image. It involves detecting significant local changes in the intensity of an image, which typically correspond to the edges of objects.</a:t>
            </a:r>
          </a:p>
        </p:txBody>
      </p:sp>
    </p:spTree>
    <p:extLst>
      <p:ext uri="{BB962C8B-B14F-4D97-AF65-F5344CB8AC3E}">
        <p14:creationId xmlns:p14="http://schemas.microsoft.com/office/powerpoint/2010/main" val="13801677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5BCF31A-1609-7626-BD72-D70836F5AC1A}"/>
            </a:ext>
          </a:extLst>
        </p:cNvPr>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0C04FD0F-8277-556D-A009-4A1B086630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he Hand"/>
              <a:ea typeface="+mn-ea"/>
              <a:cs typeface="+mn-cs"/>
            </a:endParaRPr>
          </a:p>
        </p:txBody>
      </p:sp>
      <p:pic>
        <p:nvPicPr>
          <p:cNvPr id="10" name="Picture 9">
            <a:extLst>
              <a:ext uri="{FF2B5EF4-FFF2-40B4-BE49-F238E27FC236}">
                <a16:creationId xmlns:a16="http://schemas.microsoft.com/office/drawing/2014/main" id="{29A105A3-037B-C437-62FA-01D3E0696444}"/>
              </a:ext>
            </a:extLst>
          </p:cNvPr>
          <p:cNvPicPr>
            <a:picLocks noChangeAspect="1"/>
          </p:cNvPicPr>
          <p:nvPr/>
        </p:nvPicPr>
        <p:blipFill>
          <a:blip r:embed="rId2"/>
          <a:srcRect l="57348" r="22826"/>
          <a:stretch>
            <a:fillRect/>
          </a:stretch>
        </p:blipFill>
        <p:spPr>
          <a:xfrm>
            <a:off x="0" y="10"/>
            <a:ext cx="1359661"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mc:AlternateContent xmlns:mc="http://schemas.openxmlformats.org/markup-compatibility/2006">
        <mc:Choice xmlns:a14="http://schemas.microsoft.com/office/drawing/2010/main" Requires="a14">
          <p:sp>
            <p:nvSpPr>
              <p:cNvPr id="17" name="TextBox 16">
                <a:extLst>
                  <a:ext uri="{FF2B5EF4-FFF2-40B4-BE49-F238E27FC236}">
                    <a16:creationId xmlns:a16="http://schemas.microsoft.com/office/drawing/2014/main" id="{CC8EF48A-203C-DF3C-FD12-0520B9A60176}"/>
                  </a:ext>
                </a:extLst>
              </p:cNvPr>
              <p:cNvSpPr txBox="1"/>
              <p:nvPr/>
            </p:nvSpPr>
            <p:spPr>
              <a:xfrm>
                <a:off x="2037206" y="1495150"/>
                <a:ext cx="4058793" cy="224676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In mathematics, convolution is a mathematical operation on two functions </a:t>
                </a:r>
                <a14:m>
                  <m:oMath xmlns:m="http://schemas.openxmlformats.org/officeDocument/2006/math">
                    <m:r>
                      <a:rPr kumimoji="0" lang="en-US" sz="20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Times New Roman" panose="02020603050405020304" pitchFamily="18" charset="0"/>
                      </a:rPr>
                      <m:t>𝑓</m:t>
                    </m:r>
                    <m:r>
                      <a:rPr kumimoji="0" lang="en-US" sz="20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Times New Roman" panose="02020603050405020304" pitchFamily="18" charset="0"/>
                      </a:rPr>
                      <m:t>∗</m:t>
                    </m:r>
                    <m:r>
                      <a:rPr kumimoji="0" lang="en-US" sz="20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Times New Roman" panose="02020603050405020304" pitchFamily="18" charset="0"/>
                      </a:rPr>
                      <m:t>𝑔</m:t>
                    </m:r>
                    <m:r>
                      <a:rPr kumimoji="0" lang="en-US" sz="20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Times New Roman" panose="02020603050405020304" pitchFamily="18" charset="0"/>
                      </a:rPr>
                      <m:t> </m:t>
                    </m:r>
                  </m:oMath>
                </a14:m>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that produces a third function, as the integral of the product of the two functions after one is reflected about the y-axis and shifted</a:t>
                </a:r>
              </a:p>
            </p:txBody>
          </p:sp>
        </mc:Choice>
        <mc:Fallback>
          <p:sp>
            <p:nvSpPr>
              <p:cNvPr id="17" name="TextBox 16">
                <a:extLst>
                  <a:ext uri="{FF2B5EF4-FFF2-40B4-BE49-F238E27FC236}">
                    <a16:creationId xmlns:a16="http://schemas.microsoft.com/office/drawing/2014/main" id="{CC8EF48A-203C-DF3C-FD12-0520B9A60176}"/>
                  </a:ext>
                </a:extLst>
              </p:cNvPr>
              <p:cNvSpPr txBox="1">
                <a:spLocks noRot="1" noChangeAspect="1" noMove="1" noResize="1" noEditPoints="1" noAdjustHandles="1" noChangeArrowheads="1" noChangeShapeType="1" noTextEdit="1"/>
              </p:cNvSpPr>
              <p:nvPr/>
            </p:nvSpPr>
            <p:spPr>
              <a:xfrm>
                <a:off x="2037206" y="1495150"/>
                <a:ext cx="4058793" cy="2246769"/>
              </a:xfrm>
              <a:prstGeom prst="rect">
                <a:avLst/>
              </a:prstGeom>
              <a:blipFill>
                <a:blip r:embed="rId3"/>
                <a:stretch>
                  <a:fillRect l="-1502" t="-1355" r="-2102" b="-3794"/>
                </a:stretch>
              </a:blipFill>
            </p:spPr>
            <p:txBody>
              <a:bodyPr/>
              <a:lstStyle/>
              <a:p>
                <a:r>
                  <a:rPr lang="en-US">
                    <a:noFill/>
                  </a:rPr>
                  <a:t> </a:t>
                </a:r>
              </a:p>
            </p:txBody>
          </p:sp>
        </mc:Fallback>
      </mc:AlternateContent>
      <p:sp>
        <p:nvSpPr>
          <p:cNvPr id="19" name="TextBox 18">
            <a:extLst>
              <a:ext uri="{FF2B5EF4-FFF2-40B4-BE49-F238E27FC236}">
                <a16:creationId xmlns:a16="http://schemas.microsoft.com/office/drawing/2014/main" id="{FF33E983-4C49-0505-C66C-6442EB7C975D}"/>
              </a:ext>
            </a:extLst>
          </p:cNvPr>
          <p:cNvSpPr txBox="1"/>
          <p:nvPr/>
        </p:nvSpPr>
        <p:spPr>
          <a:xfrm>
            <a:off x="1611630" y="763631"/>
            <a:ext cx="6094476"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Convolution:</a:t>
            </a:r>
          </a:p>
        </p:txBody>
      </p:sp>
      <p:pic>
        <p:nvPicPr>
          <p:cNvPr id="1026" name="Picture 2">
            <a:extLst>
              <a:ext uri="{FF2B5EF4-FFF2-40B4-BE49-F238E27FC236}">
                <a16:creationId xmlns:a16="http://schemas.microsoft.com/office/drawing/2014/main" id="{B4624E58-EAC0-5FE7-F60E-6E2250F85FC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27648" y="1156518"/>
            <a:ext cx="5137785" cy="4544964"/>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E1CB6045-8E17-C2EE-D7A5-4362BB07A620}"/>
              </a:ext>
            </a:extLst>
          </p:cNvPr>
          <p:cNvSpPr txBox="1"/>
          <p:nvPr/>
        </p:nvSpPr>
        <p:spPr>
          <a:xfrm>
            <a:off x="2056066" y="3762490"/>
            <a:ext cx="3827147" cy="1938992"/>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It is essential for analyzing linear time-invariant systems in engineering, signal processing, and AI, allowing for tasks like filtering noise, image edge detection, and feature extraction in deep learning. </a:t>
            </a:r>
          </a:p>
        </p:txBody>
      </p:sp>
    </p:spTree>
    <p:extLst>
      <p:ext uri="{BB962C8B-B14F-4D97-AF65-F5344CB8AC3E}">
        <p14:creationId xmlns:p14="http://schemas.microsoft.com/office/powerpoint/2010/main" val="28598559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BEA0A5E-1633-3793-2891-A19A9A0DDE01}"/>
            </a:ext>
          </a:extLst>
        </p:cNvPr>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0D0AA052-57D8-CF6B-C2FF-B0DD6AA65D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he Hand"/>
              <a:ea typeface="+mn-ea"/>
              <a:cs typeface="+mn-cs"/>
            </a:endParaRPr>
          </a:p>
        </p:txBody>
      </p:sp>
      <p:pic>
        <p:nvPicPr>
          <p:cNvPr id="10" name="Picture 9">
            <a:extLst>
              <a:ext uri="{FF2B5EF4-FFF2-40B4-BE49-F238E27FC236}">
                <a16:creationId xmlns:a16="http://schemas.microsoft.com/office/drawing/2014/main" id="{C15BF20D-FE4F-1E62-8B29-CDE820363078}"/>
              </a:ext>
            </a:extLst>
          </p:cNvPr>
          <p:cNvPicPr>
            <a:picLocks noChangeAspect="1"/>
          </p:cNvPicPr>
          <p:nvPr/>
        </p:nvPicPr>
        <p:blipFill>
          <a:blip r:embed="rId2"/>
          <a:srcRect l="57348" r="22826"/>
          <a:stretch>
            <a:fillRect/>
          </a:stretch>
        </p:blipFill>
        <p:spPr>
          <a:xfrm>
            <a:off x="0" y="10"/>
            <a:ext cx="1359661"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17" name="TextBox 16">
            <a:extLst>
              <a:ext uri="{FF2B5EF4-FFF2-40B4-BE49-F238E27FC236}">
                <a16:creationId xmlns:a16="http://schemas.microsoft.com/office/drawing/2014/main" id="{B4B61A1E-A688-2ABC-B6F9-C7E258A0E0E6}"/>
              </a:ext>
            </a:extLst>
          </p:cNvPr>
          <p:cNvSpPr txBox="1"/>
          <p:nvPr/>
        </p:nvSpPr>
        <p:spPr>
          <a:xfrm>
            <a:off x="2119502" y="1476862"/>
            <a:ext cx="9155050" cy="1938992"/>
          </a:xfrm>
          <a:prstGeom prst="rect">
            <a:avLst/>
          </a:prstGeom>
          <a:noFill/>
        </p:spPr>
        <p:txBody>
          <a:bodyPr wrap="square">
            <a:spAutoFit/>
          </a:bodyPr>
          <a:lstStyle/>
          <a:p>
            <a:pPr lvl="0"/>
            <a:r>
              <a:rPr lang="en-US" sz="2000" dirty="0">
                <a:solidFill>
                  <a:prstClr val="black"/>
                </a:solidFill>
                <a:latin typeface="Times New Roman" panose="02020603050405020304" pitchFamily="18" charset="0"/>
                <a:cs typeface="Times New Roman" panose="02020603050405020304" pitchFamily="18" charset="0"/>
              </a:rPr>
              <a:t>The Sobel operator performs a 2-D spatial gradient measurement on an image and so emphasizes regions of high spatial frequency that correspond to edges. Typically, it is used to find the approximate absolute gradient magnitude at each point in an input grayscale image. Sobel is applied to gray scale image, so the first process is converting the image to a gray scale image, Sobel convolves the gray scale image on to a two 3x3 kernels to calculate the horizontal and vertical edges</a:t>
            </a:r>
            <a:endPar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19" name="TextBox 18">
            <a:extLst>
              <a:ext uri="{FF2B5EF4-FFF2-40B4-BE49-F238E27FC236}">
                <a16:creationId xmlns:a16="http://schemas.microsoft.com/office/drawing/2014/main" id="{75A4520E-EF11-23C3-04F7-52A93C8DB312}"/>
              </a:ext>
            </a:extLst>
          </p:cNvPr>
          <p:cNvSpPr txBox="1"/>
          <p:nvPr/>
        </p:nvSpPr>
        <p:spPr>
          <a:xfrm>
            <a:off x="1611630" y="763631"/>
            <a:ext cx="6094476"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Convolution:</a:t>
            </a:r>
          </a:p>
        </p:txBody>
      </p:sp>
      <p:graphicFrame>
        <p:nvGraphicFramePr>
          <p:cNvPr id="21" name="Table 20">
            <a:extLst>
              <a:ext uri="{FF2B5EF4-FFF2-40B4-BE49-F238E27FC236}">
                <a16:creationId xmlns:a16="http://schemas.microsoft.com/office/drawing/2014/main" id="{FEAB924B-1B4C-E0EE-0171-639C6695B469}"/>
              </a:ext>
            </a:extLst>
          </p:cNvPr>
          <p:cNvGraphicFramePr>
            <a:graphicFrameLocks noGrp="1"/>
          </p:cNvGraphicFramePr>
          <p:nvPr>
            <p:extLst>
              <p:ext uri="{D42A27DB-BD31-4B8C-83A1-F6EECF244321}">
                <p14:modId xmlns:p14="http://schemas.microsoft.com/office/powerpoint/2010/main" val="1847952649"/>
              </p:ext>
            </p:extLst>
          </p:nvPr>
        </p:nvGraphicFramePr>
        <p:xfrm>
          <a:off x="7592377" y="4351061"/>
          <a:ext cx="1176720" cy="1030076"/>
        </p:xfrm>
        <a:graphic>
          <a:graphicData uri="http://schemas.openxmlformats.org/drawingml/2006/table">
            <a:tbl>
              <a:tblPr firstRow="1" firstCol="1" bandRow="1"/>
              <a:tblGrid>
                <a:gridCol w="392240">
                  <a:extLst>
                    <a:ext uri="{9D8B030D-6E8A-4147-A177-3AD203B41FA5}">
                      <a16:colId xmlns:a16="http://schemas.microsoft.com/office/drawing/2014/main" val="693141734"/>
                    </a:ext>
                  </a:extLst>
                </a:gridCol>
                <a:gridCol w="392240">
                  <a:extLst>
                    <a:ext uri="{9D8B030D-6E8A-4147-A177-3AD203B41FA5}">
                      <a16:colId xmlns:a16="http://schemas.microsoft.com/office/drawing/2014/main" val="2797485665"/>
                    </a:ext>
                  </a:extLst>
                </a:gridCol>
                <a:gridCol w="392240">
                  <a:extLst>
                    <a:ext uri="{9D8B030D-6E8A-4147-A177-3AD203B41FA5}">
                      <a16:colId xmlns:a16="http://schemas.microsoft.com/office/drawing/2014/main" val="1208069792"/>
                    </a:ext>
                  </a:extLst>
                </a:gridCol>
              </a:tblGrid>
              <a:tr h="340541">
                <a:tc>
                  <a:txBody>
                    <a:bodyPr/>
                    <a:lstStyle/>
                    <a:p>
                      <a:pPr marL="0" marR="0" algn="l">
                        <a:lnSpc>
                          <a:spcPct val="115000"/>
                        </a:lnSpc>
                        <a:spcAft>
                          <a:spcPts val="800"/>
                        </a:spcAft>
                        <a:buNone/>
                      </a:pPr>
                      <a:r>
                        <a:rPr lang="en-US" sz="900" kern="100">
                          <a:effectLst/>
                          <a:latin typeface="Aptos" panose="020B0004020202020204" pitchFamily="34" charset="0"/>
                          <a:ea typeface="Aptos" panose="020B0004020202020204" pitchFamily="34" charset="0"/>
                          <a:cs typeface="Times New Roman" panose="02020603050405020304" pitchFamily="18" charset="0"/>
                        </a:rPr>
                        <a:t>1</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l">
                        <a:lnSpc>
                          <a:spcPct val="115000"/>
                        </a:lnSpc>
                        <a:spcAft>
                          <a:spcPts val="800"/>
                        </a:spcAft>
                        <a:buNone/>
                      </a:pPr>
                      <a:r>
                        <a:rPr lang="en-US" sz="900" kern="100">
                          <a:effectLst/>
                          <a:latin typeface="Aptos" panose="020B0004020202020204" pitchFamily="34" charset="0"/>
                          <a:ea typeface="Aptos" panose="020B0004020202020204" pitchFamily="34" charset="0"/>
                          <a:cs typeface="Times New Roman" panose="02020603050405020304" pitchFamily="18" charset="0"/>
                        </a:rPr>
                        <a:t>2</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l">
                        <a:lnSpc>
                          <a:spcPct val="115000"/>
                        </a:lnSpc>
                        <a:spcAft>
                          <a:spcPts val="800"/>
                        </a:spcAft>
                        <a:buNone/>
                      </a:pPr>
                      <a:r>
                        <a:rPr lang="en-US" sz="900" kern="100">
                          <a:effectLst/>
                          <a:latin typeface="Aptos" panose="020B0004020202020204" pitchFamily="34" charset="0"/>
                          <a:ea typeface="Aptos" panose="020B0004020202020204" pitchFamily="34" charset="0"/>
                          <a:cs typeface="Times New Roman" panose="02020603050405020304" pitchFamily="18" charset="0"/>
                        </a:rPr>
                        <a:t>1</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37404532"/>
                  </a:ext>
                </a:extLst>
              </a:tr>
              <a:tr h="348994">
                <a:tc>
                  <a:txBody>
                    <a:bodyPr/>
                    <a:lstStyle/>
                    <a:p>
                      <a:pPr marL="0" marR="0" algn="l">
                        <a:lnSpc>
                          <a:spcPct val="115000"/>
                        </a:lnSpc>
                        <a:spcAft>
                          <a:spcPts val="800"/>
                        </a:spcAft>
                        <a:buNone/>
                      </a:pPr>
                      <a:r>
                        <a:rPr lang="en-US" sz="900" kern="100">
                          <a:effectLst/>
                          <a:latin typeface="Aptos" panose="020B0004020202020204" pitchFamily="34" charset="0"/>
                          <a:ea typeface="Aptos" panose="020B0004020202020204" pitchFamily="34" charset="0"/>
                          <a:cs typeface="Times New Roman" panose="02020603050405020304" pitchFamily="18" charset="0"/>
                        </a:rPr>
                        <a:t>0</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l">
                        <a:lnSpc>
                          <a:spcPct val="115000"/>
                        </a:lnSpc>
                        <a:spcAft>
                          <a:spcPts val="800"/>
                        </a:spcAft>
                        <a:buNone/>
                      </a:pPr>
                      <a:r>
                        <a:rPr lang="en-US" sz="900" kern="100">
                          <a:effectLst/>
                          <a:latin typeface="Aptos" panose="020B0004020202020204" pitchFamily="34" charset="0"/>
                          <a:ea typeface="Aptos" panose="020B0004020202020204" pitchFamily="34" charset="0"/>
                          <a:cs typeface="Times New Roman" panose="02020603050405020304" pitchFamily="18" charset="0"/>
                        </a:rPr>
                        <a:t>0</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l">
                        <a:lnSpc>
                          <a:spcPct val="115000"/>
                        </a:lnSpc>
                        <a:spcAft>
                          <a:spcPts val="800"/>
                        </a:spcAft>
                        <a:buNone/>
                      </a:pPr>
                      <a:r>
                        <a:rPr lang="en-US" sz="900" kern="100">
                          <a:effectLst/>
                          <a:latin typeface="Aptos" panose="020B0004020202020204" pitchFamily="34" charset="0"/>
                          <a:ea typeface="Aptos" panose="020B0004020202020204" pitchFamily="34" charset="0"/>
                          <a:cs typeface="Times New Roman" panose="02020603050405020304" pitchFamily="18" charset="0"/>
                        </a:rPr>
                        <a:t>0</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49662947"/>
                  </a:ext>
                </a:extLst>
              </a:tr>
              <a:tr h="340541">
                <a:tc>
                  <a:txBody>
                    <a:bodyPr/>
                    <a:lstStyle/>
                    <a:p>
                      <a:pPr marL="0" marR="0" algn="l">
                        <a:lnSpc>
                          <a:spcPct val="115000"/>
                        </a:lnSpc>
                        <a:spcAft>
                          <a:spcPts val="800"/>
                        </a:spcAft>
                        <a:buNone/>
                      </a:pPr>
                      <a:r>
                        <a:rPr lang="en-US" sz="900" kern="100">
                          <a:effectLst/>
                          <a:latin typeface="Aptos" panose="020B0004020202020204" pitchFamily="34" charset="0"/>
                          <a:ea typeface="Aptos" panose="020B0004020202020204" pitchFamily="34" charset="0"/>
                          <a:cs typeface="Times New Roman" panose="02020603050405020304" pitchFamily="18" charset="0"/>
                        </a:rPr>
                        <a:t>-1</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l">
                        <a:lnSpc>
                          <a:spcPct val="115000"/>
                        </a:lnSpc>
                        <a:spcAft>
                          <a:spcPts val="800"/>
                        </a:spcAft>
                        <a:buNone/>
                      </a:pPr>
                      <a:r>
                        <a:rPr lang="en-US" sz="900" kern="100">
                          <a:effectLst/>
                          <a:latin typeface="Aptos" panose="020B0004020202020204" pitchFamily="34" charset="0"/>
                          <a:ea typeface="Aptos" panose="020B0004020202020204" pitchFamily="34" charset="0"/>
                          <a:cs typeface="Times New Roman" panose="02020603050405020304" pitchFamily="18" charset="0"/>
                        </a:rPr>
                        <a:t>-2</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l">
                        <a:lnSpc>
                          <a:spcPct val="115000"/>
                        </a:lnSpc>
                        <a:spcAft>
                          <a:spcPts val="800"/>
                        </a:spcAft>
                        <a:buNone/>
                      </a:pPr>
                      <a:r>
                        <a:rPr lang="en-US" sz="900" kern="100" dirty="0">
                          <a:effectLst/>
                          <a:latin typeface="Aptos" panose="020B0004020202020204" pitchFamily="34" charset="0"/>
                          <a:ea typeface="Aptos" panose="020B0004020202020204" pitchFamily="34" charset="0"/>
                          <a:cs typeface="Times New Roman" panose="02020603050405020304" pitchFamily="18" charset="0"/>
                        </a:rPr>
                        <a:t>-1</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90969266"/>
                  </a:ext>
                </a:extLst>
              </a:tr>
            </a:tbl>
          </a:graphicData>
        </a:graphic>
      </p:graphicFrame>
      <p:graphicFrame>
        <p:nvGraphicFramePr>
          <p:cNvPr id="23" name="Table 22">
            <a:extLst>
              <a:ext uri="{FF2B5EF4-FFF2-40B4-BE49-F238E27FC236}">
                <a16:creationId xmlns:a16="http://schemas.microsoft.com/office/drawing/2014/main" id="{1C566945-68E9-C7D1-1DE4-B2E7C69CED82}"/>
              </a:ext>
            </a:extLst>
          </p:cNvPr>
          <p:cNvGraphicFramePr>
            <a:graphicFrameLocks noGrp="1"/>
          </p:cNvGraphicFramePr>
          <p:nvPr>
            <p:extLst>
              <p:ext uri="{D42A27DB-BD31-4B8C-83A1-F6EECF244321}">
                <p14:modId xmlns:p14="http://schemas.microsoft.com/office/powerpoint/2010/main" val="982008686"/>
              </p:ext>
            </p:extLst>
          </p:nvPr>
        </p:nvGraphicFramePr>
        <p:xfrm>
          <a:off x="3422904" y="4351061"/>
          <a:ext cx="1176720" cy="1030076"/>
        </p:xfrm>
        <a:graphic>
          <a:graphicData uri="http://schemas.openxmlformats.org/drawingml/2006/table">
            <a:tbl>
              <a:tblPr firstRow="1" firstCol="1" bandRow="1"/>
              <a:tblGrid>
                <a:gridCol w="392240">
                  <a:extLst>
                    <a:ext uri="{9D8B030D-6E8A-4147-A177-3AD203B41FA5}">
                      <a16:colId xmlns:a16="http://schemas.microsoft.com/office/drawing/2014/main" val="1520627561"/>
                    </a:ext>
                  </a:extLst>
                </a:gridCol>
                <a:gridCol w="392240">
                  <a:extLst>
                    <a:ext uri="{9D8B030D-6E8A-4147-A177-3AD203B41FA5}">
                      <a16:colId xmlns:a16="http://schemas.microsoft.com/office/drawing/2014/main" val="3804110538"/>
                    </a:ext>
                  </a:extLst>
                </a:gridCol>
                <a:gridCol w="392240">
                  <a:extLst>
                    <a:ext uri="{9D8B030D-6E8A-4147-A177-3AD203B41FA5}">
                      <a16:colId xmlns:a16="http://schemas.microsoft.com/office/drawing/2014/main" val="754060774"/>
                    </a:ext>
                  </a:extLst>
                </a:gridCol>
              </a:tblGrid>
              <a:tr h="340541">
                <a:tc>
                  <a:txBody>
                    <a:bodyPr/>
                    <a:lstStyle/>
                    <a:p>
                      <a:pPr marL="0" marR="0" algn="l">
                        <a:lnSpc>
                          <a:spcPct val="115000"/>
                        </a:lnSpc>
                        <a:spcAft>
                          <a:spcPts val="800"/>
                        </a:spcAft>
                        <a:buNone/>
                      </a:pPr>
                      <a:r>
                        <a:rPr lang="en-US" sz="900" kern="100">
                          <a:effectLst/>
                          <a:latin typeface="Aptos" panose="020B0004020202020204" pitchFamily="34" charset="0"/>
                          <a:ea typeface="Aptos" panose="020B0004020202020204" pitchFamily="34" charset="0"/>
                          <a:cs typeface="Times New Roman" panose="02020603050405020304" pitchFamily="18" charset="0"/>
                        </a:rPr>
                        <a:t>-1</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l">
                        <a:lnSpc>
                          <a:spcPct val="115000"/>
                        </a:lnSpc>
                        <a:spcAft>
                          <a:spcPts val="800"/>
                        </a:spcAft>
                        <a:buNone/>
                      </a:pPr>
                      <a:r>
                        <a:rPr lang="en-US" sz="900" kern="100">
                          <a:effectLst/>
                          <a:latin typeface="Aptos" panose="020B0004020202020204" pitchFamily="34" charset="0"/>
                          <a:ea typeface="Aptos" panose="020B0004020202020204" pitchFamily="34" charset="0"/>
                          <a:cs typeface="Times New Roman" panose="02020603050405020304" pitchFamily="18" charset="0"/>
                        </a:rPr>
                        <a:t>0</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l">
                        <a:lnSpc>
                          <a:spcPct val="115000"/>
                        </a:lnSpc>
                        <a:spcAft>
                          <a:spcPts val="800"/>
                        </a:spcAft>
                        <a:buNone/>
                      </a:pPr>
                      <a:r>
                        <a:rPr lang="en-US" sz="900" kern="100">
                          <a:effectLst/>
                          <a:latin typeface="Aptos" panose="020B0004020202020204" pitchFamily="34" charset="0"/>
                          <a:ea typeface="Aptos" panose="020B0004020202020204" pitchFamily="34" charset="0"/>
                          <a:cs typeface="Times New Roman" panose="02020603050405020304" pitchFamily="18" charset="0"/>
                        </a:rPr>
                        <a:t>1</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00279086"/>
                  </a:ext>
                </a:extLst>
              </a:tr>
              <a:tr h="348994">
                <a:tc>
                  <a:txBody>
                    <a:bodyPr/>
                    <a:lstStyle/>
                    <a:p>
                      <a:pPr marL="0" marR="0" algn="l">
                        <a:lnSpc>
                          <a:spcPct val="115000"/>
                        </a:lnSpc>
                        <a:spcAft>
                          <a:spcPts val="800"/>
                        </a:spcAft>
                        <a:buNone/>
                      </a:pPr>
                      <a:r>
                        <a:rPr lang="en-US" sz="900" kern="100">
                          <a:effectLst/>
                          <a:latin typeface="Aptos" panose="020B0004020202020204" pitchFamily="34" charset="0"/>
                          <a:ea typeface="Aptos" panose="020B0004020202020204" pitchFamily="34" charset="0"/>
                          <a:cs typeface="Times New Roman" panose="02020603050405020304" pitchFamily="18" charset="0"/>
                        </a:rPr>
                        <a:t>-2</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l">
                        <a:lnSpc>
                          <a:spcPct val="115000"/>
                        </a:lnSpc>
                        <a:spcAft>
                          <a:spcPts val="800"/>
                        </a:spcAft>
                        <a:buNone/>
                      </a:pPr>
                      <a:r>
                        <a:rPr lang="en-US" sz="900" kern="100">
                          <a:effectLst/>
                          <a:latin typeface="Aptos" panose="020B0004020202020204" pitchFamily="34" charset="0"/>
                          <a:ea typeface="Aptos" panose="020B0004020202020204" pitchFamily="34" charset="0"/>
                          <a:cs typeface="Times New Roman" panose="02020603050405020304" pitchFamily="18" charset="0"/>
                        </a:rPr>
                        <a:t>0</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l">
                        <a:lnSpc>
                          <a:spcPct val="115000"/>
                        </a:lnSpc>
                        <a:spcAft>
                          <a:spcPts val="800"/>
                        </a:spcAft>
                        <a:buNone/>
                      </a:pPr>
                      <a:r>
                        <a:rPr lang="en-US" sz="900" kern="100">
                          <a:effectLst/>
                          <a:latin typeface="Aptos" panose="020B0004020202020204" pitchFamily="34" charset="0"/>
                          <a:ea typeface="Aptos" panose="020B0004020202020204" pitchFamily="34" charset="0"/>
                          <a:cs typeface="Times New Roman" panose="02020603050405020304" pitchFamily="18" charset="0"/>
                        </a:rPr>
                        <a:t>2</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89732351"/>
                  </a:ext>
                </a:extLst>
              </a:tr>
              <a:tr h="340541">
                <a:tc>
                  <a:txBody>
                    <a:bodyPr/>
                    <a:lstStyle/>
                    <a:p>
                      <a:pPr marL="0" marR="0" algn="l">
                        <a:lnSpc>
                          <a:spcPct val="115000"/>
                        </a:lnSpc>
                        <a:spcAft>
                          <a:spcPts val="800"/>
                        </a:spcAft>
                        <a:buNone/>
                      </a:pPr>
                      <a:r>
                        <a:rPr lang="en-US" sz="900" kern="100">
                          <a:effectLst/>
                          <a:latin typeface="Aptos" panose="020B0004020202020204" pitchFamily="34" charset="0"/>
                          <a:ea typeface="Aptos" panose="020B0004020202020204" pitchFamily="34" charset="0"/>
                          <a:cs typeface="Times New Roman" panose="02020603050405020304" pitchFamily="18" charset="0"/>
                        </a:rPr>
                        <a:t>-1</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l">
                        <a:lnSpc>
                          <a:spcPct val="115000"/>
                        </a:lnSpc>
                        <a:spcAft>
                          <a:spcPts val="800"/>
                        </a:spcAft>
                        <a:buNone/>
                      </a:pPr>
                      <a:r>
                        <a:rPr lang="en-US" sz="900" kern="100">
                          <a:effectLst/>
                          <a:latin typeface="Aptos" panose="020B0004020202020204" pitchFamily="34" charset="0"/>
                          <a:ea typeface="Aptos" panose="020B0004020202020204" pitchFamily="34" charset="0"/>
                          <a:cs typeface="Times New Roman" panose="02020603050405020304" pitchFamily="18" charset="0"/>
                        </a:rPr>
                        <a:t>0</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l">
                        <a:lnSpc>
                          <a:spcPct val="115000"/>
                        </a:lnSpc>
                        <a:spcAft>
                          <a:spcPts val="800"/>
                        </a:spcAft>
                        <a:buNone/>
                      </a:pPr>
                      <a:r>
                        <a:rPr lang="en-US" sz="900" kern="100" dirty="0">
                          <a:effectLst/>
                          <a:latin typeface="Aptos" panose="020B0004020202020204" pitchFamily="34" charset="0"/>
                          <a:ea typeface="Aptos" panose="020B0004020202020204" pitchFamily="34" charset="0"/>
                          <a:cs typeface="Times New Roman" panose="02020603050405020304" pitchFamily="18" charset="0"/>
                        </a:rPr>
                        <a:t>1</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99714727"/>
                  </a:ext>
                </a:extLst>
              </a:tr>
            </a:tbl>
          </a:graphicData>
        </a:graphic>
      </p:graphicFrame>
      <p:sp>
        <p:nvSpPr>
          <p:cNvPr id="25" name="TextBox 24">
            <a:extLst>
              <a:ext uri="{FF2B5EF4-FFF2-40B4-BE49-F238E27FC236}">
                <a16:creationId xmlns:a16="http://schemas.microsoft.com/office/drawing/2014/main" id="{0949FBD3-73BC-1F88-9377-7C5621B76D45}"/>
              </a:ext>
            </a:extLst>
          </p:cNvPr>
          <p:cNvSpPr txBox="1"/>
          <p:nvPr/>
        </p:nvSpPr>
        <p:spPr>
          <a:xfrm>
            <a:off x="3651219" y="3844061"/>
            <a:ext cx="720090" cy="395173"/>
          </a:xfrm>
          <a:prstGeom prst="rect">
            <a:avLst/>
          </a:prstGeom>
          <a:noFill/>
        </p:spPr>
        <p:txBody>
          <a:bodyPr wrap="square">
            <a:spAutoFit/>
          </a:bodyPr>
          <a:lstStyle/>
          <a:p>
            <a:pPr marL="0" marR="0" algn="ctr">
              <a:lnSpc>
                <a:spcPct val="115000"/>
              </a:lnSpc>
              <a:spcAft>
                <a:spcPts val="800"/>
              </a:spcAft>
              <a:buNone/>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Gx</a:t>
            </a:r>
          </a:p>
        </p:txBody>
      </p:sp>
      <p:sp>
        <p:nvSpPr>
          <p:cNvPr id="26" name="TextBox 25">
            <a:extLst>
              <a:ext uri="{FF2B5EF4-FFF2-40B4-BE49-F238E27FC236}">
                <a16:creationId xmlns:a16="http://schemas.microsoft.com/office/drawing/2014/main" id="{8DA83FD9-7A43-260A-422B-F087B9B7AEAF}"/>
              </a:ext>
            </a:extLst>
          </p:cNvPr>
          <p:cNvSpPr txBox="1"/>
          <p:nvPr/>
        </p:nvSpPr>
        <p:spPr>
          <a:xfrm>
            <a:off x="7820693" y="3844060"/>
            <a:ext cx="720090" cy="395173"/>
          </a:xfrm>
          <a:prstGeom prst="rect">
            <a:avLst/>
          </a:prstGeom>
          <a:noFill/>
        </p:spPr>
        <p:txBody>
          <a:bodyPr wrap="square">
            <a:spAutoFit/>
          </a:bodyPr>
          <a:lstStyle/>
          <a:p>
            <a:pPr marL="0" marR="0" algn="ctr">
              <a:lnSpc>
                <a:spcPct val="115000"/>
              </a:lnSpc>
              <a:spcAft>
                <a:spcPts val="800"/>
              </a:spcAft>
              <a:buNone/>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Gy</a:t>
            </a:r>
          </a:p>
        </p:txBody>
      </p:sp>
    </p:spTree>
    <p:extLst>
      <p:ext uri="{BB962C8B-B14F-4D97-AF65-F5344CB8AC3E}">
        <p14:creationId xmlns:p14="http://schemas.microsoft.com/office/powerpoint/2010/main" val="14619437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95F7F73-A9A4-6125-F98A-C4D68300251E}"/>
            </a:ext>
          </a:extLst>
        </p:cNvPr>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A36B5075-E259-4C0D-9C66-4124620E93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he Hand"/>
              <a:ea typeface="+mn-ea"/>
              <a:cs typeface="+mn-cs"/>
            </a:endParaRPr>
          </a:p>
        </p:txBody>
      </p:sp>
      <p:pic>
        <p:nvPicPr>
          <p:cNvPr id="10" name="Picture 9">
            <a:extLst>
              <a:ext uri="{FF2B5EF4-FFF2-40B4-BE49-F238E27FC236}">
                <a16:creationId xmlns:a16="http://schemas.microsoft.com/office/drawing/2014/main" id="{6F9979B2-212A-9C34-D2BF-4DB0FDEAC017}"/>
              </a:ext>
            </a:extLst>
          </p:cNvPr>
          <p:cNvPicPr>
            <a:picLocks noChangeAspect="1"/>
          </p:cNvPicPr>
          <p:nvPr/>
        </p:nvPicPr>
        <p:blipFill>
          <a:blip r:embed="rId2"/>
          <a:srcRect l="57348" r="22826"/>
          <a:stretch>
            <a:fillRect/>
          </a:stretch>
        </p:blipFill>
        <p:spPr>
          <a:xfrm>
            <a:off x="0" y="10"/>
            <a:ext cx="1359661"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mc:AlternateContent xmlns:mc="http://schemas.openxmlformats.org/markup-compatibility/2006">
        <mc:Choice xmlns:a14="http://schemas.microsoft.com/office/drawing/2010/main" Requires="a14">
          <p:sp>
            <p:nvSpPr>
              <p:cNvPr id="17" name="TextBox 16">
                <a:extLst>
                  <a:ext uri="{FF2B5EF4-FFF2-40B4-BE49-F238E27FC236}">
                    <a16:creationId xmlns:a16="http://schemas.microsoft.com/office/drawing/2014/main" id="{A5BEAB9C-2869-4FB8-FAD7-8AAF24667F75}"/>
                  </a:ext>
                </a:extLst>
              </p:cNvPr>
              <p:cNvSpPr txBox="1"/>
              <p:nvPr/>
            </p:nvSpPr>
            <p:spPr>
              <a:xfrm>
                <a:off x="1909190" y="1678030"/>
                <a:ext cx="9155050" cy="3217356"/>
              </a:xfrm>
              <a:prstGeom prst="rect">
                <a:avLst/>
              </a:prstGeom>
              <a:noFill/>
            </p:spPr>
            <p:txBody>
              <a:bodyPr wrap="square">
                <a:spAutoFit/>
              </a:bodyPr>
              <a:lstStyle/>
              <a:p>
                <a:pPr marL="0" marR="0">
                  <a:lnSpc>
                    <a:spcPct val="115000"/>
                  </a:lnSpc>
                  <a:spcAft>
                    <a:spcPts val="800"/>
                  </a:spcAft>
                  <a:buNone/>
                </a:pPr>
                <a:r>
                  <a:rPr lang="en-US" sz="2000" kern="100" dirty="0">
                    <a:effectLst/>
                    <a:latin typeface="Aptos" panose="020B0004020202020204" pitchFamily="34" charset="0"/>
                    <a:ea typeface="Aptos" panose="020B0004020202020204" pitchFamily="34" charset="0"/>
                    <a:cs typeface="Times New Roman" panose="02020603050405020304" pitchFamily="18" charset="0"/>
                  </a:rPr>
                  <a:t>The gradient magnitude is calculated by:</a:t>
                </a:r>
              </a:p>
              <a:p>
                <a:pPr marL="0" marR="0">
                  <a:lnSpc>
                    <a:spcPct val="115000"/>
                  </a:lnSpc>
                  <a:spcAft>
                    <a:spcPts val="800"/>
                  </a:spcAft>
                  <a:buNone/>
                </a:pPr>
                <a14:m>
                  <m:oMathPara xmlns:m="http://schemas.openxmlformats.org/officeDocument/2006/math">
                    <m:oMathParaPr>
                      <m:jc m:val="centerGroup"/>
                    </m:oMathParaPr>
                    <m:oMath xmlns:m="http://schemas.openxmlformats.org/officeDocument/2006/math">
                      <m:r>
                        <a:rPr lang="en-US" sz="2000" i="1" kern="100">
                          <a:effectLst/>
                          <a:latin typeface="Cambria Math" panose="02040503050406030204" pitchFamily="18" charset="0"/>
                          <a:ea typeface="Aptos" panose="020B0004020202020204" pitchFamily="34" charset="0"/>
                          <a:cs typeface="Times New Roman" panose="02020603050405020304" pitchFamily="18" charset="0"/>
                        </a:rPr>
                        <m:t>𝐺</m:t>
                      </m:r>
                      <m:r>
                        <a:rPr lang="en-US" sz="2000" i="1" kern="100">
                          <a:effectLst/>
                          <a:latin typeface="Cambria Math" panose="02040503050406030204" pitchFamily="18" charset="0"/>
                          <a:ea typeface="Aptos" panose="020B0004020202020204" pitchFamily="34" charset="0"/>
                          <a:cs typeface="Times New Roman" panose="02020603050405020304" pitchFamily="18" charset="0"/>
                        </a:rPr>
                        <m:t>= </m:t>
                      </m:r>
                      <m:rad>
                        <m:radPr>
                          <m:degHide m:val="on"/>
                          <m:ctrlPr>
                            <a:rPr lang="en-US" sz="2000" i="1" kern="100">
                              <a:effectLst/>
                              <a:latin typeface="Cambria Math" panose="02040503050406030204" pitchFamily="18" charset="0"/>
                              <a:ea typeface="Aptos" panose="020B0004020202020204" pitchFamily="34" charset="0"/>
                              <a:cs typeface="Times New Roman" panose="02020603050405020304" pitchFamily="18" charset="0"/>
                            </a:rPr>
                          </m:ctrlPr>
                        </m:radPr>
                        <m:deg/>
                        <m:e>
                          <m:sSup>
                            <m:sSupPr>
                              <m:ctrlPr>
                                <a:rPr lang="en-US" sz="2000" i="1" kern="100">
                                  <a:effectLst/>
                                  <a:latin typeface="Cambria Math" panose="02040503050406030204" pitchFamily="18" charset="0"/>
                                  <a:ea typeface="Aptos" panose="020B0004020202020204" pitchFamily="34" charset="0"/>
                                  <a:cs typeface="Times New Roman" panose="02020603050405020304" pitchFamily="18" charset="0"/>
                                </a:rPr>
                              </m:ctrlPr>
                            </m:sSupPr>
                            <m:e>
                              <m:r>
                                <a:rPr lang="en-US" sz="2000" i="1" kern="100">
                                  <a:effectLst/>
                                  <a:latin typeface="Cambria Math" panose="02040503050406030204" pitchFamily="18" charset="0"/>
                                  <a:ea typeface="Aptos" panose="020B0004020202020204" pitchFamily="34" charset="0"/>
                                  <a:cs typeface="Times New Roman" panose="02020603050405020304" pitchFamily="18" charset="0"/>
                                </a:rPr>
                                <m:t>𝐺𝑥</m:t>
                              </m:r>
                            </m:e>
                            <m:sup>
                              <m:r>
                                <a:rPr lang="en-US" sz="2000" i="1" kern="100">
                                  <a:effectLst/>
                                  <a:latin typeface="Cambria Math" panose="02040503050406030204" pitchFamily="18" charset="0"/>
                                  <a:ea typeface="Aptos" panose="020B0004020202020204" pitchFamily="34" charset="0"/>
                                  <a:cs typeface="Times New Roman" panose="02020603050405020304" pitchFamily="18" charset="0"/>
                                </a:rPr>
                                <m:t>2</m:t>
                              </m:r>
                            </m:sup>
                          </m:sSup>
                          <m:r>
                            <a:rPr lang="en-US" sz="2000" i="1" kern="100">
                              <a:effectLst/>
                              <a:latin typeface="Cambria Math" panose="02040503050406030204" pitchFamily="18" charset="0"/>
                              <a:ea typeface="Aptos" panose="020B0004020202020204" pitchFamily="34" charset="0"/>
                              <a:cs typeface="Times New Roman" panose="02020603050405020304" pitchFamily="18" charset="0"/>
                            </a:rPr>
                            <m:t>−</m:t>
                          </m:r>
                          <m:sSup>
                            <m:sSupPr>
                              <m:ctrlPr>
                                <a:rPr lang="en-US" sz="2000" i="1" kern="100">
                                  <a:effectLst/>
                                  <a:latin typeface="Cambria Math" panose="02040503050406030204" pitchFamily="18" charset="0"/>
                                  <a:ea typeface="Aptos" panose="020B0004020202020204" pitchFamily="34" charset="0"/>
                                  <a:cs typeface="Times New Roman" panose="02020603050405020304" pitchFamily="18" charset="0"/>
                                </a:rPr>
                              </m:ctrlPr>
                            </m:sSupPr>
                            <m:e>
                              <m:r>
                                <a:rPr lang="en-US" sz="2000" i="1" kern="100">
                                  <a:effectLst/>
                                  <a:latin typeface="Cambria Math" panose="02040503050406030204" pitchFamily="18" charset="0"/>
                                  <a:ea typeface="Aptos" panose="020B0004020202020204" pitchFamily="34" charset="0"/>
                                  <a:cs typeface="Times New Roman" panose="02020603050405020304" pitchFamily="18" charset="0"/>
                                </a:rPr>
                                <m:t>𝐺𝑦</m:t>
                              </m:r>
                            </m:e>
                            <m:sup>
                              <m:r>
                                <a:rPr lang="en-US" sz="2000" i="1" kern="100">
                                  <a:effectLst/>
                                  <a:latin typeface="Cambria Math" panose="02040503050406030204" pitchFamily="18" charset="0"/>
                                  <a:ea typeface="Aptos" panose="020B0004020202020204" pitchFamily="34" charset="0"/>
                                  <a:cs typeface="Times New Roman" panose="02020603050405020304" pitchFamily="18" charset="0"/>
                                </a:rPr>
                                <m:t>2</m:t>
                              </m:r>
                            </m:sup>
                          </m:sSup>
                        </m:e>
                      </m:rad>
                    </m:oMath>
                  </m:oMathPara>
                </a14:m>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15000"/>
                  </a:lnSpc>
                  <a:spcAft>
                    <a:spcPts val="800"/>
                  </a:spcAft>
                  <a:buNone/>
                </a:pPr>
                <a:r>
                  <a:rPr lang="en-US" sz="2000" kern="100" dirty="0">
                    <a:latin typeface="Aptos" panose="020B0004020202020204" pitchFamily="34" charset="0"/>
                    <a:ea typeface="Aptos" panose="020B0004020202020204" pitchFamily="34" charset="0"/>
                    <a:cs typeface="Times New Roman" panose="02020603050405020304" pitchFamily="18" charset="0"/>
                  </a:rPr>
                  <a:t>M</a:t>
                </a:r>
                <a:r>
                  <a:rPr lang="en-US" sz="2000" kern="100" dirty="0">
                    <a:effectLst/>
                    <a:latin typeface="Aptos" panose="020B0004020202020204" pitchFamily="34" charset="0"/>
                    <a:ea typeface="Aptos" panose="020B0004020202020204" pitchFamily="34" charset="0"/>
                    <a:cs typeface="Times New Roman" panose="02020603050405020304" pitchFamily="18" charset="0"/>
                  </a:rPr>
                  <a:t>agnitude is computed:</a:t>
                </a:r>
              </a:p>
              <a:p>
                <a:pPr marL="0" marR="0">
                  <a:lnSpc>
                    <a:spcPct val="115000"/>
                  </a:lnSpc>
                  <a:spcAft>
                    <a:spcPts val="800"/>
                  </a:spcAft>
                  <a:buNone/>
                </a:pPr>
                <a14:m>
                  <m:oMathPara xmlns:m="http://schemas.openxmlformats.org/officeDocument/2006/math">
                    <m:oMathParaPr>
                      <m:jc m:val="centerGroup"/>
                    </m:oMathParaPr>
                    <m:oMath xmlns:m="http://schemas.openxmlformats.org/officeDocument/2006/math">
                      <m:r>
                        <a:rPr lang="en-US" sz="2000" i="1" kern="100">
                          <a:effectLst/>
                          <a:latin typeface="Cambria Math" panose="02040503050406030204" pitchFamily="18" charset="0"/>
                          <a:ea typeface="Aptos" panose="020B0004020202020204" pitchFamily="34" charset="0"/>
                          <a:cs typeface="Times New Roman" panose="02020603050405020304" pitchFamily="18" charset="0"/>
                        </a:rPr>
                        <m:t>𝐺</m:t>
                      </m:r>
                      <m:r>
                        <a:rPr lang="en-US" sz="2000" i="1" kern="100">
                          <a:effectLst/>
                          <a:latin typeface="Cambria Math" panose="02040503050406030204" pitchFamily="18" charset="0"/>
                          <a:ea typeface="Aptos" panose="020B0004020202020204" pitchFamily="34" charset="0"/>
                          <a:cs typeface="Times New Roman" panose="02020603050405020304" pitchFamily="18" charset="0"/>
                        </a:rPr>
                        <m:t>=</m:t>
                      </m:r>
                      <m:d>
                        <m:dPr>
                          <m:begChr m:val="|"/>
                          <m:endChr m:val="|"/>
                          <m:ctrlPr>
                            <a:rPr lang="en-US" sz="2000" i="1" kern="100">
                              <a:effectLst/>
                              <a:latin typeface="Cambria Math" panose="02040503050406030204" pitchFamily="18" charset="0"/>
                              <a:ea typeface="Aptos" panose="020B0004020202020204" pitchFamily="34" charset="0"/>
                              <a:cs typeface="Times New Roman" panose="02020603050405020304" pitchFamily="18" charset="0"/>
                            </a:rPr>
                          </m:ctrlPr>
                        </m:dPr>
                        <m:e>
                          <m:r>
                            <a:rPr lang="en-US" sz="2000" i="1" kern="100">
                              <a:effectLst/>
                              <a:latin typeface="Cambria Math" panose="02040503050406030204" pitchFamily="18" charset="0"/>
                              <a:ea typeface="Aptos" panose="020B0004020202020204" pitchFamily="34" charset="0"/>
                              <a:cs typeface="Times New Roman" panose="02020603050405020304" pitchFamily="18" charset="0"/>
                            </a:rPr>
                            <m:t>𝐺𝑥</m:t>
                          </m:r>
                        </m:e>
                      </m:d>
                      <m:r>
                        <a:rPr lang="en-US" sz="2000" i="1" kern="100">
                          <a:effectLst/>
                          <a:latin typeface="Cambria Math" panose="02040503050406030204" pitchFamily="18" charset="0"/>
                          <a:ea typeface="Aptos" panose="020B0004020202020204" pitchFamily="34" charset="0"/>
                          <a:cs typeface="Times New Roman" panose="02020603050405020304" pitchFamily="18" charset="0"/>
                        </a:rPr>
                        <m:t>+</m:t>
                      </m:r>
                      <m:d>
                        <m:dPr>
                          <m:begChr m:val="|"/>
                          <m:endChr m:val="|"/>
                          <m:ctrlPr>
                            <a:rPr lang="en-US" sz="2000" i="1" kern="100">
                              <a:effectLst/>
                              <a:latin typeface="Cambria Math" panose="02040503050406030204" pitchFamily="18" charset="0"/>
                              <a:ea typeface="Aptos" panose="020B0004020202020204" pitchFamily="34" charset="0"/>
                              <a:cs typeface="Times New Roman" panose="02020603050405020304" pitchFamily="18" charset="0"/>
                            </a:rPr>
                          </m:ctrlPr>
                        </m:dPr>
                        <m:e>
                          <m:r>
                            <a:rPr lang="en-US" sz="2000" i="1" kern="100">
                              <a:effectLst/>
                              <a:latin typeface="Cambria Math" panose="02040503050406030204" pitchFamily="18" charset="0"/>
                              <a:ea typeface="Aptos" panose="020B0004020202020204" pitchFamily="34" charset="0"/>
                              <a:cs typeface="Times New Roman" panose="02020603050405020304" pitchFamily="18" charset="0"/>
                            </a:rPr>
                            <m:t>𝐺𝑦</m:t>
                          </m:r>
                        </m:e>
                      </m:d>
                    </m:oMath>
                  </m:oMathPara>
                </a14:m>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15000"/>
                  </a:lnSpc>
                  <a:spcAft>
                    <a:spcPts val="800"/>
                  </a:spcAft>
                  <a:buNone/>
                </a:pPr>
                <a:r>
                  <a:rPr lang="en-US" sz="2000" kern="100" dirty="0">
                    <a:latin typeface="Aptos" panose="020B0004020202020204" pitchFamily="34" charset="0"/>
                    <a:ea typeface="Aptos" panose="020B0004020202020204" pitchFamily="34" charset="0"/>
                    <a:cs typeface="Times New Roman" panose="02020603050405020304" pitchFamily="18" charset="0"/>
                  </a:rPr>
                  <a:t>A</a:t>
                </a:r>
                <a:r>
                  <a:rPr lang="en-US" sz="2000" kern="100" dirty="0">
                    <a:effectLst/>
                    <a:latin typeface="Aptos" panose="020B0004020202020204" pitchFamily="34" charset="0"/>
                    <a:ea typeface="Aptos" panose="020B0004020202020204" pitchFamily="34" charset="0"/>
                    <a:cs typeface="Times New Roman" panose="02020603050405020304" pitchFamily="18" charset="0"/>
                  </a:rPr>
                  <a:t>ngle of orientation of the edge giving rise to the spatial gradient is given by:</a:t>
                </a:r>
              </a:p>
              <a:p>
                <a:pPr marL="0" marR="0">
                  <a:lnSpc>
                    <a:spcPct val="115000"/>
                  </a:lnSpc>
                  <a:spcAft>
                    <a:spcPts val="800"/>
                  </a:spcAft>
                  <a:buNone/>
                </a:pPr>
                <a14:m>
                  <m:oMathPara xmlns:m="http://schemas.openxmlformats.org/officeDocument/2006/math">
                    <m:oMathParaPr>
                      <m:jc m:val="centerGroup"/>
                    </m:oMathParaPr>
                    <m:oMath xmlns:m="http://schemas.openxmlformats.org/officeDocument/2006/math">
                      <m:r>
                        <a:rPr lang="en-US" sz="2000" i="1" kern="100">
                          <a:effectLst/>
                          <a:latin typeface="Cambria Math" panose="02040503050406030204" pitchFamily="18" charset="0"/>
                          <a:ea typeface="Aptos" panose="020B0004020202020204" pitchFamily="34" charset="0"/>
                          <a:cs typeface="Times New Roman" panose="02020603050405020304" pitchFamily="18" charset="0"/>
                        </a:rPr>
                        <m:t>𝜃</m:t>
                      </m:r>
                      <m:r>
                        <a:rPr lang="en-US" sz="2000" i="1" kern="100">
                          <a:effectLst/>
                          <a:latin typeface="Cambria Math" panose="02040503050406030204" pitchFamily="18" charset="0"/>
                          <a:ea typeface="Aptos" panose="020B0004020202020204" pitchFamily="34" charset="0"/>
                          <a:cs typeface="Times New Roman" panose="02020603050405020304" pitchFamily="18" charset="0"/>
                        </a:rPr>
                        <m:t>=</m:t>
                      </m:r>
                      <m:func>
                        <m:funcPr>
                          <m:ctrlPr>
                            <a:rPr lang="en-US" sz="2000" i="1" kern="100">
                              <a:effectLst/>
                              <a:latin typeface="Cambria Math" panose="02040503050406030204" pitchFamily="18" charset="0"/>
                              <a:ea typeface="Aptos" panose="020B0004020202020204" pitchFamily="34" charset="0"/>
                              <a:cs typeface="Times New Roman" panose="02020603050405020304" pitchFamily="18" charset="0"/>
                            </a:rPr>
                          </m:ctrlPr>
                        </m:funcPr>
                        <m:fName>
                          <m:sSup>
                            <m:sSupPr>
                              <m:ctrlPr>
                                <a:rPr lang="en-US" sz="2000" i="1" kern="100">
                                  <a:effectLst/>
                                  <a:latin typeface="Cambria Math" panose="02040503050406030204" pitchFamily="18" charset="0"/>
                                  <a:ea typeface="Aptos" panose="020B0004020202020204" pitchFamily="34" charset="0"/>
                                  <a:cs typeface="Times New Roman" panose="02020603050405020304" pitchFamily="18" charset="0"/>
                                </a:rPr>
                              </m:ctrlPr>
                            </m:sSupPr>
                            <m:e>
                              <m:r>
                                <m:rPr>
                                  <m:sty m:val="p"/>
                                </m:rPr>
                                <a:rPr lang="en-US" sz="2000" kern="100">
                                  <a:effectLst/>
                                  <a:latin typeface="Cambria Math" panose="02040503050406030204" pitchFamily="18" charset="0"/>
                                  <a:ea typeface="Aptos" panose="020B0004020202020204" pitchFamily="34" charset="0"/>
                                  <a:cs typeface="Times New Roman" panose="02020603050405020304" pitchFamily="18" charset="0"/>
                                </a:rPr>
                                <m:t>tan</m:t>
                              </m:r>
                            </m:e>
                            <m:sup>
                              <m:r>
                                <a:rPr lang="en-US" sz="2000" i="1" kern="100">
                                  <a:effectLst/>
                                  <a:latin typeface="Cambria Math" panose="02040503050406030204" pitchFamily="18" charset="0"/>
                                  <a:ea typeface="Aptos" panose="020B0004020202020204" pitchFamily="34" charset="0"/>
                                  <a:cs typeface="Times New Roman" panose="02020603050405020304" pitchFamily="18" charset="0"/>
                                </a:rPr>
                                <m:t>−1</m:t>
                              </m:r>
                            </m:sup>
                          </m:sSup>
                        </m:fName>
                        <m:e>
                          <m:f>
                            <m:fPr>
                              <m:ctrlPr>
                                <a:rPr lang="en-US" sz="2000" i="1" kern="100">
                                  <a:effectLst/>
                                  <a:latin typeface="Cambria Math" panose="02040503050406030204" pitchFamily="18" charset="0"/>
                                  <a:ea typeface="Aptos" panose="020B0004020202020204" pitchFamily="34" charset="0"/>
                                  <a:cs typeface="Times New Roman" panose="02020603050405020304" pitchFamily="18" charset="0"/>
                                </a:rPr>
                              </m:ctrlPr>
                            </m:fPr>
                            <m:num>
                              <m:r>
                                <a:rPr lang="en-US" sz="2000" i="1" kern="100">
                                  <a:effectLst/>
                                  <a:latin typeface="Cambria Math" panose="02040503050406030204" pitchFamily="18" charset="0"/>
                                  <a:ea typeface="Aptos" panose="020B0004020202020204" pitchFamily="34" charset="0"/>
                                  <a:cs typeface="Times New Roman" panose="02020603050405020304" pitchFamily="18" charset="0"/>
                                </a:rPr>
                                <m:t>𝐺𝑦</m:t>
                              </m:r>
                            </m:num>
                            <m:den>
                              <m:r>
                                <a:rPr lang="en-US" sz="2000" i="1" kern="100">
                                  <a:effectLst/>
                                  <a:latin typeface="Cambria Math" panose="02040503050406030204" pitchFamily="18" charset="0"/>
                                  <a:ea typeface="Aptos" panose="020B0004020202020204" pitchFamily="34" charset="0"/>
                                  <a:cs typeface="Times New Roman" panose="02020603050405020304" pitchFamily="18" charset="0"/>
                                </a:rPr>
                                <m:t>𝐺𝑥</m:t>
                              </m:r>
                            </m:den>
                          </m:f>
                        </m:e>
                      </m:func>
                    </m:oMath>
                  </m:oMathPara>
                </a14:m>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p:txBody>
          </p:sp>
        </mc:Choice>
        <mc:Fallback>
          <p:sp>
            <p:nvSpPr>
              <p:cNvPr id="17" name="TextBox 16">
                <a:extLst>
                  <a:ext uri="{FF2B5EF4-FFF2-40B4-BE49-F238E27FC236}">
                    <a16:creationId xmlns:a16="http://schemas.microsoft.com/office/drawing/2014/main" id="{A5BEAB9C-2869-4FB8-FAD7-8AAF24667F75}"/>
                  </a:ext>
                </a:extLst>
              </p:cNvPr>
              <p:cNvSpPr txBox="1">
                <a:spLocks noRot="1" noChangeAspect="1" noMove="1" noResize="1" noEditPoints="1" noAdjustHandles="1" noChangeArrowheads="1" noChangeShapeType="1" noTextEdit="1"/>
              </p:cNvSpPr>
              <p:nvPr/>
            </p:nvSpPr>
            <p:spPr>
              <a:xfrm>
                <a:off x="1909190" y="1678030"/>
                <a:ext cx="9155050" cy="3217356"/>
              </a:xfrm>
              <a:prstGeom prst="rect">
                <a:avLst/>
              </a:prstGeom>
              <a:blipFill>
                <a:blip r:embed="rId3"/>
                <a:stretch>
                  <a:fillRect l="-666"/>
                </a:stretch>
              </a:blipFill>
            </p:spPr>
            <p:txBody>
              <a:bodyPr/>
              <a:lstStyle/>
              <a:p>
                <a:r>
                  <a:rPr lang="en-US">
                    <a:noFill/>
                  </a:rPr>
                  <a:t> </a:t>
                </a:r>
              </a:p>
            </p:txBody>
          </p:sp>
        </mc:Fallback>
      </mc:AlternateContent>
      <p:sp>
        <p:nvSpPr>
          <p:cNvPr id="19" name="TextBox 18">
            <a:extLst>
              <a:ext uri="{FF2B5EF4-FFF2-40B4-BE49-F238E27FC236}">
                <a16:creationId xmlns:a16="http://schemas.microsoft.com/office/drawing/2014/main" id="{5DA93CE1-190A-8E51-F4A6-97E351007461}"/>
              </a:ext>
            </a:extLst>
          </p:cNvPr>
          <p:cNvSpPr txBox="1"/>
          <p:nvPr/>
        </p:nvSpPr>
        <p:spPr>
          <a:xfrm>
            <a:off x="1611630" y="763631"/>
            <a:ext cx="6094476"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Convolution calculations:</a:t>
            </a:r>
          </a:p>
        </p:txBody>
      </p:sp>
    </p:spTree>
    <p:extLst>
      <p:ext uri="{BB962C8B-B14F-4D97-AF65-F5344CB8AC3E}">
        <p14:creationId xmlns:p14="http://schemas.microsoft.com/office/powerpoint/2010/main" val="29359773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17A33FE-A49D-30EF-D079-3556FB0389A2}"/>
            </a:ext>
          </a:extLst>
        </p:cNvPr>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AF2A46FC-A8BE-4771-BE51-D9123E9185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DE5E9B90-E0BB-5ABE-2B87-F0FEC7E4C1FF}"/>
              </a:ext>
            </a:extLst>
          </p:cNvPr>
          <p:cNvSpPr txBox="1"/>
          <p:nvPr/>
        </p:nvSpPr>
        <p:spPr>
          <a:xfrm>
            <a:off x="259643" y="473286"/>
            <a:ext cx="6094476" cy="461665"/>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Canny Edge Detection:</a:t>
            </a:r>
          </a:p>
        </p:txBody>
      </p:sp>
      <p:pic>
        <p:nvPicPr>
          <p:cNvPr id="23" name="Picture 22">
            <a:extLst>
              <a:ext uri="{FF2B5EF4-FFF2-40B4-BE49-F238E27FC236}">
                <a16:creationId xmlns:a16="http://schemas.microsoft.com/office/drawing/2014/main" id="{616CCF10-0F11-C864-1442-367FD2AE6D67}"/>
              </a:ext>
            </a:extLst>
          </p:cNvPr>
          <p:cNvPicPr>
            <a:picLocks noChangeAspect="1"/>
          </p:cNvPicPr>
          <p:nvPr/>
        </p:nvPicPr>
        <p:blipFill>
          <a:blip r:embed="rId2"/>
          <a:srcRect l="-1" r="15177" b="303"/>
          <a:stretch>
            <a:fillRect/>
          </a:stretch>
        </p:blipFill>
        <p:spPr>
          <a:xfrm>
            <a:off x="9161326" y="0"/>
            <a:ext cx="5834833" cy="685800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
        <p:nvSpPr>
          <p:cNvPr id="25" name="TextBox 24">
            <a:extLst>
              <a:ext uri="{FF2B5EF4-FFF2-40B4-BE49-F238E27FC236}">
                <a16:creationId xmlns:a16="http://schemas.microsoft.com/office/drawing/2014/main" id="{FCE7B434-AE2F-BBAB-FFBC-AA292BD1C8BB}"/>
              </a:ext>
            </a:extLst>
          </p:cNvPr>
          <p:cNvSpPr txBox="1"/>
          <p:nvPr/>
        </p:nvSpPr>
        <p:spPr>
          <a:xfrm>
            <a:off x="497263" y="3893202"/>
            <a:ext cx="3810785" cy="1350819"/>
          </a:xfrm>
          <a:prstGeom prst="rect">
            <a:avLst/>
          </a:prstGeom>
          <a:noFill/>
        </p:spPr>
        <p:txBody>
          <a:bodyPr wrap="square">
            <a:spAutoFit/>
          </a:bodyPr>
          <a:lstStyle/>
          <a:p>
            <a:pPr marR="0" lvl="0">
              <a:lnSpc>
                <a:spcPct val="115000"/>
              </a:lnSpc>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2- Gradient calculation</a:t>
            </a:r>
          </a:p>
          <a:p>
            <a:pPr marL="457200" marR="0">
              <a:lnSpc>
                <a:spcPct val="115000"/>
              </a:lnSpc>
              <a:buNone/>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To calculate the gradient magnitude and the gradient angle we use Sobel’s method.</a:t>
            </a:r>
          </a:p>
        </p:txBody>
      </p:sp>
      <p:sp>
        <p:nvSpPr>
          <p:cNvPr id="27" name="TextBox 26">
            <a:extLst>
              <a:ext uri="{FF2B5EF4-FFF2-40B4-BE49-F238E27FC236}">
                <a16:creationId xmlns:a16="http://schemas.microsoft.com/office/drawing/2014/main" id="{5EFCF911-78A9-7983-8DE8-B32B6AB157CC}"/>
              </a:ext>
            </a:extLst>
          </p:cNvPr>
          <p:cNvSpPr txBox="1"/>
          <p:nvPr/>
        </p:nvSpPr>
        <p:spPr>
          <a:xfrm>
            <a:off x="497264" y="1324195"/>
            <a:ext cx="7499022" cy="2409057"/>
          </a:xfrm>
          <a:prstGeom prst="rect">
            <a:avLst/>
          </a:prstGeom>
          <a:noFill/>
        </p:spPr>
        <p:txBody>
          <a:bodyPr wrap="square">
            <a:spAutoFit/>
          </a:bodyPr>
          <a:lstStyle/>
          <a:p>
            <a:pPr marL="0" marR="0">
              <a:lnSpc>
                <a:spcPct val="115000"/>
              </a:lnSpc>
              <a:spcAft>
                <a:spcPts val="800"/>
              </a:spcAft>
              <a:buNone/>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The Canny edge detection algorithm is composed of 5 steps:</a:t>
            </a:r>
          </a:p>
          <a:p>
            <a:pPr marR="0" lvl="0">
              <a:lnSpc>
                <a:spcPct val="115000"/>
              </a:lnSpc>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1- Noise reduction</a:t>
            </a:r>
          </a:p>
          <a:p>
            <a:pPr marL="457200" marR="0">
              <a:lnSpc>
                <a:spcPct val="115000"/>
              </a:lnSpc>
              <a:spcAft>
                <a:spcPts val="800"/>
              </a:spcAft>
              <a:buNone/>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Noise is the major drawback of Sobel’s methods, but canny uses a noise reduction method (Gaussian blur is the most used), Gaussian blur uses Gaussian kernel. So first we smooth out the image. The selection of the size of the Gaussian kernel with affect the performance of the edge detector.</a:t>
            </a:r>
          </a:p>
        </p:txBody>
      </p:sp>
      <p:graphicFrame>
        <p:nvGraphicFramePr>
          <p:cNvPr id="29" name="Table 28">
            <a:extLst>
              <a:ext uri="{FF2B5EF4-FFF2-40B4-BE49-F238E27FC236}">
                <a16:creationId xmlns:a16="http://schemas.microsoft.com/office/drawing/2014/main" id="{5153475F-77B4-E2DD-4E1B-13A3885E198D}"/>
              </a:ext>
            </a:extLst>
          </p:cNvPr>
          <p:cNvGraphicFramePr>
            <a:graphicFrameLocks noGrp="1"/>
          </p:cNvGraphicFramePr>
          <p:nvPr>
            <p:extLst>
              <p:ext uri="{D42A27DB-BD31-4B8C-83A1-F6EECF244321}">
                <p14:modId xmlns:p14="http://schemas.microsoft.com/office/powerpoint/2010/main" val="1487257797"/>
              </p:ext>
            </p:extLst>
          </p:nvPr>
        </p:nvGraphicFramePr>
        <p:xfrm>
          <a:off x="5995490" y="4309072"/>
          <a:ext cx="1234911" cy="934949"/>
        </p:xfrm>
        <a:graphic>
          <a:graphicData uri="http://schemas.openxmlformats.org/drawingml/2006/table">
            <a:tbl>
              <a:tblPr firstRow="1" firstCol="1" bandRow="1"/>
              <a:tblGrid>
                <a:gridCol w="411637">
                  <a:extLst>
                    <a:ext uri="{9D8B030D-6E8A-4147-A177-3AD203B41FA5}">
                      <a16:colId xmlns:a16="http://schemas.microsoft.com/office/drawing/2014/main" val="1136425709"/>
                    </a:ext>
                  </a:extLst>
                </a:gridCol>
                <a:gridCol w="411637">
                  <a:extLst>
                    <a:ext uri="{9D8B030D-6E8A-4147-A177-3AD203B41FA5}">
                      <a16:colId xmlns:a16="http://schemas.microsoft.com/office/drawing/2014/main" val="951445520"/>
                    </a:ext>
                  </a:extLst>
                </a:gridCol>
                <a:gridCol w="411637">
                  <a:extLst>
                    <a:ext uri="{9D8B030D-6E8A-4147-A177-3AD203B41FA5}">
                      <a16:colId xmlns:a16="http://schemas.microsoft.com/office/drawing/2014/main" val="3019164910"/>
                    </a:ext>
                  </a:extLst>
                </a:gridCol>
              </a:tblGrid>
              <a:tr h="309092">
                <a:tc>
                  <a:txBody>
                    <a:bodyPr/>
                    <a:lstStyle/>
                    <a:p>
                      <a:pPr marL="0" marR="0" algn="l">
                        <a:lnSpc>
                          <a:spcPct val="115000"/>
                        </a:lnSpc>
                        <a:spcAft>
                          <a:spcPts val="800"/>
                        </a:spcAft>
                        <a:buNone/>
                      </a:pPr>
                      <a:r>
                        <a:rPr lang="en-US" sz="900" kern="100">
                          <a:effectLst/>
                          <a:latin typeface="Aptos" panose="020B0004020202020204" pitchFamily="34" charset="0"/>
                          <a:ea typeface="Aptos" panose="020B0004020202020204" pitchFamily="34" charset="0"/>
                          <a:cs typeface="Times New Roman" panose="02020603050405020304" pitchFamily="18" charset="0"/>
                        </a:rPr>
                        <a:t>0</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l">
                        <a:lnSpc>
                          <a:spcPct val="115000"/>
                        </a:lnSpc>
                        <a:spcAft>
                          <a:spcPts val="800"/>
                        </a:spcAft>
                        <a:buNone/>
                      </a:pPr>
                      <a:r>
                        <a:rPr lang="en-US" sz="900" kern="100" dirty="0">
                          <a:effectLst/>
                          <a:latin typeface="Aptos" panose="020B0004020202020204" pitchFamily="34" charset="0"/>
                          <a:ea typeface="Aptos" panose="020B0004020202020204" pitchFamily="34" charset="0"/>
                          <a:cs typeface="Times New Roman" panose="02020603050405020304" pitchFamily="18" charset="0"/>
                        </a:rPr>
                        <a:t>-1</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l">
                        <a:lnSpc>
                          <a:spcPct val="115000"/>
                        </a:lnSpc>
                        <a:spcAft>
                          <a:spcPts val="800"/>
                        </a:spcAft>
                        <a:buNone/>
                      </a:pPr>
                      <a:r>
                        <a:rPr lang="en-US" sz="900" kern="100">
                          <a:effectLst/>
                          <a:latin typeface="Aptos" panose="020B0004020202020204" pitchFamily="34" charset="0"/>
                          <a:ea typeface="Aptos" panose="020B0004020202020204" pitchFamily="34" charset="0"/>
                          <a:cs typeface="Times New Roman" panose="02020603050405020304" pitchFamily="18" charset="0"/>
                        </a:rPr>
                        <a:t>0</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99811748"/>
                  </a:ext>
                </a:extLst>
              </a:tr>
              <a:tr h="316765">
                <a:tc>
                  <a:txBody>
                    <a:bodyPr/>
                    <a:lstStyle/>
                    <a:p>
                      <a:pPr marL="0" marR="0" algn="l">
                        <a:lnSpc>
                          <a:spcPct val="115000"/>
                        </a:lnSpc>
                        <a:spcAft>
                          <a:spcPts val="800"/>
                        </a:spcAft>
                        <a:buNone/>
                      </a:pPr>
                      <a:r>
                        <a:rPr lang="en-US" sz="900" kern="100">
                          <a:effectLst/>
                          <a:latin typeface="Aptos" panose="020B0004020202020204" pitchFamily="34" charset="0"/>
                          <a:ea typeface="Aptos" panose="020B0004020202020204" pitchFamily="34" charset="0"/>
                          <a:cs typeface="Times New Roman" panose="02020603050405020304" pitchFamily="18" charset="0"/>
                        </a:rPr>
                        <a:t>-1</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l">
                        <a:lnSpc>
                          <a:spcPct val="115000"/>
                        </a:lnSpc>
                        <a:spcAft>
                          <a:spcPts val="800"/>
                        </a:spcAft>
                        <a:buNone/>
                      </a:pPr>
                      <a:r>
                        <a:rPr lang="en-US" sz="900" kern="100" dirty="0">
                          <a:effectLst/>
                          <a:latin typeface="Aptos" panose="020B0004020202020204" pitchFamily="34" charset="0"/>
                          <a:ea typeface="Aptos" panose="020B0004020202020204" pitchFamily="34" charset="0"/>
                          <a:cs typeface="Times New Roman" panose="02020603050405020304" pitchFamily="18" charset="0"/>
                        </a:rPr>
                        <a:t>4</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l">
                        <a:lnSpc>
                          <a:spcPct val="115000"/>
                        </a:lnSpc>
                        <a:spcAft>
                          <a:spcPts val="800"/>
                        </a:spcAft>
                        <a:buNone/>
                      </a:pPr>
                      <a:r>
                        <a:rPr lang="en-US" sz="900" kern="100">
                          <a:effectLst/>
                          <a:latin typeface="Aptos" panose="020B0004020202020204" pitchFamily="34" charset="0"/>
                          <a:ea typeface="Aptos" panose="020B0004020202020204" pitchFamily="34" charset="0"/>
                          <a:cs typeface="Times New Roman" panose="02020603050405020304" pitchFamily="18" charset="0"/>
                        </a:rPr>
                        <a:t>-1</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18845376"/>
                  </a:ext>
                </a:extLst>
              </a:tr>
              <a:tr h="309092">
                <a:tc>
                  <a:txBody>
                    <a:bodyPr/>
                    <a:lstStyle/>
                    <a:p>
                      <a:pPr marL="0" marR="0" algn="l">
                        <a:lnSpc>
                          <a:spcPct val="115000"/>
                        </a:lnSpc>
                        <a:spcAft>
                          <a:spcPts val="800"/>
                        </a:spcAft>
                        <a:buNone/>
                      </a:pPr>
                      <a:r>
                        <a:rPr lang="en-US" sz="900" kern="100">
                          <a:effectLst/>
                          <a:latin typeface="Aptos" panose="020B0004020202020204" pitchFamily="34" charset="0"/>
                          <a:ea typeface="Aptos" panose="020B0004020202020204" pitchFamily="34" charset="0"/>
                          <a:cs typeface="Times New Roman" panose="02020603050405020304" pitchFamily="18" charset="0"/>
                        </a:rPr>
                        <a:t>0</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l">
                        <a:lnSpc>
                          <a:spcPct val="115000"/>
                        </a:lnSpc>
                        <a:spcAft>
                          <a:spcPts val="800"/>
                        </a:spcAft>
                        <a:buNone/>
                      </a:pPr>
                      <a:r>
                        <a:rPr lang="en-US" sz="900" kern="100">
                          <a:effectLst/>
                          <a:latin typeface="Aptos" panose="020B0004020202020204" pitchFamily="34" charset="0"/>
                          <a:ea typeface="Aptos" panose="020B0004020202020204" pitchFamily="34" charset="0"/>
                          <a:cs typeface="Times New Roman" panose="02020603050405020304" pitchFamily="18" charset="0"/>
                        </a:rPr>
                        <a:t>-1</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l">
                        <a:lnSpc>
                          <a:spcPct val="115000"/>
                        </a:lnSpc>
                        <a:spcAft>
                          <a:spcPts val="800"/>
                        </a:spcAft>
                        <a:buNone/>
                      </a:pPr>
                      <a:r>
                        <a:rPr lang="en-US" sz="900" kern="100" dirty="0">
                          <a:effectLst/>
                          <a:latin typeface="Aptos" panose="020B0004020202020204" pitchFamily="34" charset="0"/>
                          <a:ea typeface="Aptos" panose="020B0004020202020204" pitchFamily="34" charset="0"/>
                          <a:cs typeface="Times New Roman" panose="02020603050405020304" pitchFamily="18" charset="0"/>
                        </a:rPr>
                        <a:t>0</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14264391"/>
                  </a:ext>
                </a:extLst>
              </a:tr>
            </a:tbl>
          </a:graphicData>
        </a:graphic>
      </p:graphicFrame>
      <p:sp>
        <p:nvSpPr>
          <p:cNvPr id="31" name="TextBox 30">
            <a:extLst>
              <a:ext uri="{FF2B5EF4-FFF2-40B4-BE49-F238E27FC236}">
                <a16:creationId xmlns:a16="http://schemas.microsoft.com/office/drawing/2014/main" id="{32B0EB7D-9724-B021-FFF1-5EA61E3AD028}"/>
              </a:ext>
            </a:extLst>
          </p:cNvPr>
          <p:cNvSpPr txBox="1"/>
          <p:nvPr/>
        </p:nvSpPr>
        <p:spPr>
          <a:xfrm>
            <a:off x="5720935" y="3880849"/>
            <a:ext cx="1784023" cy="395173"/>
          </a:xfrm>
          <a:prstGeom prst="rect">
            <a:avLst/>
          </a:prstGeom>
          <a:noFill/>
        </p:spPr>
        <p:txBody>
          <a:bodyPr wrap="square">
            <a:spAutoFit/>
          </a:bodyPr>
          <a:lstStyle/>
          <a:p>
            <a:pPr marL="0" marR="0">
              <a:lnSpc>
                <a:spcPct val="115000"/>
              </a:lnSpc>
              <a:spcAft>
                <a:spcPts val="800"/>
              </a:spcAft>
              <a:buNone/>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Gaussian kernel</a:t>
            </a:r>
          </a:p>
        </p:txBody>
      </p:sp>
    </p:spTree>
    <p:extLst>
      <p:ext uri="{BB962C8B-B14F-4D97-AF65-F5344CB8AC3E}">
        <p14:creationId xmlns:p14="http://schemas.microsoft.com/office/powerpoint/2010/main" val="42391533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5A9091E-5CFF-73C6-9A8A-9C79C3330627}"/>
            </a:ext>
          </a:extLst>
        </p:cNvPr>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4F909F0A-54A6-D532-6805-2110D107B3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he Hand"/>
              <a:ea typeface="+mn-ea"/>
              <a:cs typeface="+mn-cs"/>
            </a:endParaRPr>
          </a:p>
        </p:txBody>
      </p:sp>
      <p:sp>
        <p:nvSpPr>
          <p:cNvPr id="19" name="TextBox 18">
            <a:extLst>
              <a:ext uri="{FF2B5EF4-FFF2-40B4-BE49-F238E27FC236}">
                <a16:creationId xmlns:a16="http://schemas.microsoft.com/office/drawing/2014/main" id="{9CC7A3F0-25A0-8E89-8735-21B317ED3A73}"/>
              </a:ext>
            </a:extLst>
          </p:cNvPr>
          <p:cNvSpPr txBox="1"/>
          <p:nvPr/>
        </p:nvSpPr>
        <p:spPr>
          <a:xfrm>
            <a:off x="259643" y="473286"/>
            <a:ext cx="6094476"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Canny Edge Detection:</a:t>
            </a:r>
          </a:p>
        </p:txBody>
      </p:sp>
      <p:pic>
        <p:nvPicPr>
          <p:cNvPr id="23" name="Picture 22">
            <a:extLst>
              <a:ext uri="{FF2B5EF4-FFF2-40B4-BE49-F238E27FC236}">
                <a16:creationId xmlns:a16="http://schemas.microsoft.com/office/drawing/2014/main" id="{03120B98-0F07-57E9-21B4-477E02E69F7D}"/>
              </a:ext>
            </a:extLst>
          </p:cNvPr>
          <p:cNvPicPr>
            <a:picLocks noChangeAspect="1"/>
          </p:cNvPicPr>
          <p:nvPr/>
        </p:nvPicPr>
        <p:blipFill>
          <a:blip r:embed="rId2"/>
          <a:srcRect l="-1" r="15177" b="303"/>
          <a:stretch>
            <a:fillRect/>
          </a:stretch>
        </p:blipFill>
        <p:spPr>
          <a:xfrm>
            <a:off x="9161326" y="0"/>
            <a:ext cx="5834833" cy="685800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
        <p:nvSpPr>
          <p:cNvPr id="25" name="TextBox 24">
            <a:extLst>
              <a:ext uri="{FF2B5EF4-FFF2-40B4-BE49-F238E27FC236}">
                <a16:creationId xmlns:a16="http://schemas.microsoft.com/office/drawing/2014/main" id="{E906DA28-FEAC-7543-6538-C72FF8E337E4}"/>
              </a:ext>
            </a:extLst>
          </p:cNvPr>
          <p:cNvSpPr txBox="1"/>
          <p:nvPr/>
        </p:nvSpPr>
        <p:spPr>
          <a:xfrm>
            <a:off x="487837" y="1211310"/>
            <a:ext cx="7499022" cy="5173404"/>
          </a:xfrm>
          <a:prstGeom prst="rect">
            <a:avLst/>
          </a:prstGeom>
          <a:noFill/>
        </p:spPr>
        <p:txBody>
          <a:bodyPr wrap="square">
            <a:spAutoFit/>
          </a:bodyPr>
          <a:lstStyle/>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1800" b="0"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rPr>
              <a:t>2- Gradient calculation</a:t>
            </a:r>
          </a:p>
          <a:p>
            <a:pPr marL="457200" marR="0" lvl="0" indent="0" algn="l" defTabSz="914400" rtl="0" eaLnBrk="1" fontAlgn="auto" latinLnBrk="0" hangingPunct="1">
              <a:lnSpc>
                <a:spcPct val="115000"/>
              </a:lnSpc>
              <a:spcBef>
                <a:spcPts val="0"/>
              </a:spcBef>
              <a:spcAft>
                <a:spcPts val="0"/>
              </a:spcAft>
              <a:buClrTx/>
              <a:buSzTx/>
              <a:buFontTx/>
              <a:buNone/>
              <a:tabLst/>
              <a:defRPr/>
            </a:pPr>
            <a:r>
              <a:rPr kumimoji="0" lang="en-US" sz="1800" b="0"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rPr>
              <a:t>To calculate the gradient magnitude and the gradient angle we use Sobel’s method.</a:t>
            </a:r>
          </a:p>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1800" b="0"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rPr>
              <a:t>3- Gradient Magnitude Thresholding</a:t>
            </a:r>
          </a:p>
          <a:p>
            <a:pPr marL="457200" marR="0" lvl="0" indent="0" algn="l" defTabSz="914400" rtl="0" eaLnBrk="1" fontAlgn="auto" latinLnBrk="0" hangingPunct="1">
              <a:lnSpc>
                <a:spcPct val="115000"/>
              </a:lnSpc>
              <a:spcBef>
                <a:spcPts val="0"/>
              </a:spcBef>
              <a:spcAft>
                <a:spcPts val="0"/>
              </a:spcAft>
              <a:buClrTx/>
              <a:buSzTx/>
              <a:buFontTx/>
              <a:buNone/>
              <a:tabLst/>
              <a:defRPr/>
            </a:pPr>
            <a:r>
              <a:rPr kumimoji="0" lang="en-US" sz="1800" b="0"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rPr>
              <a:t>This step involves thinning the edges by suppressing non-maximum gradient values or known as known as minimum cut-off suppression of gradient. Only the local maxima in the direction of the gradient are preserved, resulting in a set of thin edges</a:t>
            </a:r>
          </a:p>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1800" b="0"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rPr>
              <a:t>4- Double threshold</a:t>
            </a:r>
          </a:p>
          <a:p>
            <a:pPr marL="457200" marR="0" lvl="0" indent="0" algn="l" defTabSz="914400" rtl="0" eaLnBrk="1" fontAlgn="auto" latinLnBrk="0" hangingPunct="1">
              <a:lnSpc>
                <a:spcPct val="115000"/>
              </a:lnSpc>
              <a:spcBef>
                <a:spcPts val="0"/>
              </a:spcBef>
              <a:spcAft>
                <a:spcPts val="0"/>
              </a:spcAft>
              <a:buClrTx/>
              <a:buSzTx/>
              <a:buFontTx/>
              <a:buNone/>
              <a:tabLst/>
              <a:defRPr/>
            </a:pPr>
            <a:r>
              <a:rPr kumimoji="0" lang="en-US" sz="1800" b="0"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rPr>
              <a:t>Filter out edge pixels with a weak gradient value and preserve edge pixels with a high gradient value.</a:t>
            </a:r>
          </a:p>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1800" b="0"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rPr>
              <a:t>5- Edge Tracking by Hysteresis</a:t>
            </a:r>
          </a:p>
          <a:p>
            <a:pPr marL="457200" marR="0" lvl="0" indent="0" algn="l" defTabSz="914400" rtl="0" eaLnBrk="1" fontAlgn="auto" latinLnBrk="0" hangingPunct="1">
              <a:lnSpc>
                <a:spcPct val="115000"/>
              </a:lnSpc>
              <a:spcBef>
                <a:spcPts val="0"/>
              </a:spcBef>
              <a:spcAft>
                <a:spcPts val="800"/>
              </a:spcAft>
              <a:buClrTx/>
              <a:buSzTx/>
              <a:buFontTx/>
              <a:buNone/>
              <a:tabLst/>
              <a:defRPr/>
            </a:pPr>
            <a:r>
              <a:rPr kumimoji="0" lang="en-US" sz="1800" b="0"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rPr>
              <a:t>Weak edges connected to strong edges are preserved, while others are discarded. This step ensures continuity and accuracy in edge detection by linking weak edge pixels that form a continuous line with strong edges</a:t>
            </a:r>
          </a:p>
        </p:txBody>
      </p:sp>
    </p:spTree>
    <p:extLst>
      <p:ext uri="{BB962C8B-B14F-4D97-AF65-F5344CB8AC3E}">
        <p14:creationId xmlns:p14="http://schemas.microsoft.com/office/powerpoint/2010/main" val="25522103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8282319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CFA5B9DB-0BF9-4260-A97B-936524F966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DE3EB2A6-262D-D886-35C6-86CE09A31E55}"/>
              </a:ext>
            </a:extLst>
          </p:cNvPr>
          <p:cNvPicPr>
            <a:picLocks noChangeAspect="1"/>
          </p:cNvPicPr>
          <p:nvPr/>
        </p:nvPicPr>
        <p:blipFill>
          <a:blip r:embed="rId2">
            <a:alphaModFix amt="50000"/>
          </a:blip>
          <a:srcRect b="43750"/>
          <a:stretch>
            <a:fillRect/>
          </a:stretch>
        </p:blipFill>
        <p:spPr>
          <a:xfrm>
            <a:off x="20" y="10"/>
            <a:ext cx="12191980" cy="6857990"/>
          </a:xfrm>
          <a:prstGeom prst="rect">
            <a:avLst/>
          </a:prstGeom>
        </p:spPr>
      </p:pic>
      <p:sp>
        <p:nvSpPr>
          <p:cNvPr id="22" name="Freeform: Shape 21">
            <a:extLst>
              <a:ext uri="{FF2B5EF4-FFF2-40B4-BE49-F238E27FC236}">
                <a16:creationId xmlns:a16="http://schemas.microsoft.com/office/drawing/2014/main" id="{59824785-89B4-4433-955A-F2C847B153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859" y="614291"/>
            <a:ext cx="10577516" cy="5566372"/>
          </a:xfrm>
          <a:custGeom>
            <a:avLst/>
            <a:gdLst>
              <a:gd name="connsiteX0" fmla="*/ 2871593 w 10577516"/>
              <a:gd name="connsiteY0" fmla="*/ 5218333 h 5566372"/>
              <a:gd name="connsiteX1" fmla="*/ 3890441 w 10577516"/>
              <a:gd name="connsiteY1" fmla="*/ 5441298 h 5566372"/>
              <a:gd name="connsiteX2" fmla="*/ 4931282 w 10577516"/>
              <a:gd name="connsiteY2" fmla="*/ 5506891 h 5566372"/>
              <a:gd name="connsiteX3" fmla="*/ 2871593 w 10577516"/>
              <a:gd name="connsiteY3" fmla="*/ 5218333 h 5566372"/>
              <a:gd name="connsiteX4" fmla="*/ 4720395 w 10577516"/>
              <a:gd name="connsiteY4" fmla="*/ 128662 h 5566372"/>
              <a:gd name="connsiteX5" fmla="*/ 3554723 w 10577516"/>
              <a:gd name="connsiteY5" fmla="*/ 250059 h 5566372"/>
              <a:gd name="connsiteX6" fmla="*/ 2497230 w 10577516"/>
              <a:gd name="connsiteY6" fmla="*/ 530354 h 5566372"/>
              <a:gd name="connsiteX7" fmla="*/ 2960194 w 10577516"/>
              <a:gd name="connsiteY7" fmla="*/ 403237 h 5566372"/>
              <a:gd name="connsiteX8" fmla="*/ 3980314 w 10577516"/>
              <a:gd name="connsiteY8" fmla="*/ 212560 h 5566372"/>
              <a:gd name="connsiteX9" fmla="*/ 4677428 w 10577516"/>
              <a:gd name="connsiteY9" fmla="*/ 139593 h 5566372"/>
              <a:gd name="connsiteX10" fmla="*/ 4760675 w 10577516"/>
              <a:gd name="connsiteY10" fmla="*/ 134906 h 5566372"/>
              <a:gd name="connsiteX11" fmla="*/ 4792997 w 10577516"/>
              <a:gd name="connsiteY11" fmla="*/ 130123 h 5566372"/>
              <a:gd name="connsiteX12" fmla="*/ 4798006 w 10577516"/>
              <a:gd name="connsiteY12" fmla="*/ 130828 h 5566372"/>
              <a:gd name="connsiteX13" fmla="*/ 4798006 w 10577516"/>
              <a:gd name="connsiteY13" fmla="*/ 129381 h 5566372"/>
              <a:gd name="connsiteX14" fmla="*/ 4792997 w 10577516"/>
              <a:gd name="connsiteY14" fmla="*/ 130123 h 5566372"/>
              <a:gd name="connsiteX15" fmla="*/ 4788863 w 10577516"/>
              <a:gd name="connsiteY15" fmla="*/ 129541 h 5566372"/>
              <a:gd name="connsiteX16" fmla="*/ 4720395 w 10577516"/>
              <a:gd name="connsiteY16" fmla="*/ 128662 h 5566372"/>
              <a:gd name="connsiteX17" fmla="*/ 6438297 w 10577516"/>
              <a:gd name="connsiteY17" fmla="*/ 19 h 5566372"/>
              <a:gd name="connsiteX18" fmla="*/ 7523724 w 10577516"/>
              <a:gd name="connsiteY18" fmla="*/ 104129 h 5566372"/>
              <a:gd name="connsiteX19" fmla="*/ 8525668 w 10577516"/>
              <a:gd name="connsiteY19" fmla="*/ 421922 h 5566372"/>
              <a:gd name="connsiteX20" fmla="*/ 9518204 w 10577516"/>
              <a:gd name="connsiteY20" fmla="*/ 1055605 h 5566372"/>
              <a:gd name="connsiteX21" fmla="*/ 10008242 w 10577516"/>
              <a:gd name="connsiteY21" fmla="*/ 1589500 h 5566372"/>
              <a:gd name="connsiteX22" fmla="*/ 10325274 w 10577516"/>
              <a:gd name="connsiteY22" fmla="*/ 2051574 h 5566372"/>
              <a:gd name="connsiteX23" fmla="*/ 10565908 w 10577516"/>
              <a:gd name="connsiteY23" fmla="*/ 2649028 h 5566372"/>
              <a:gd name="connsiteX24" fmla="*/ 10542137 w 10577516"/>
              <a:gd name="connsiteY24" fmla="*/ 2966823 h 5566372"/>
              <a:gd name="connsiteX25" fmla="*/ 10513789 w 10577516"/>
              <a:gd name="connsiteY25" fmla="*/ 3066355 h 5566372"/>
              <a:gd name="connsiteX26" fmla="*/ 10417308 w 10577516"/>
              <a:gd name="connsiteY26" fmla="*/ 3369150 h 5566372"/>
              <a:gd name="connsiteX27" fmla="*/ 9794430 w 10577516"/>
              <a:gd name="connsiteY27" fmla="*/ 4220840 h 5566372"/>
              <a:gd name="connsiteX28" fmla="*/ 8719522 w 10577516"/>
              <a:gd name="connsiteY28" fmla="*/ 4888463 h 5566372"/>
              <a:gd name="connsiteX29" fmla="*/ 7693808 w 10577516"/>
              <a:gd name="connsiteY29" fmla="*/ 5234223 h 5566372"/>
              <a:gd name="connsiteX30" fmla="*/ 7092669 w 10577516"/>
              <a:gd name="connsiteY30" fmla="*/ 5363248 h 5566372"/>
              <a:gd name="connsiteX31" fmla="*/ 6240978 w 10577516"/>
              <a:gd name="connsiteY31" fmla="*/ 5507272 h 5566372"/>
              <a:gd name="connsiteX32" fmla="*/ 5462508 w 10577516"/>
              <a:gd name="connsiteY32" fmla="*/ 5559010 h 5566372"/>
              <a:gd name="connsiteX33" fmla="*/ 4386329 w 10577516"/>
              <a:gd name="connsiteY33" fmla="*/ 5548839 h 5566372"/>
              <a:gd name="connsiteX34" fmla="*/ 3501461 w 10577516"/>
              <a:gd name="connsiteY34" fmla="*/ 5432782 h 5566372"/>
              <a:gd name="connsiteX35" fmla="*/ 2624348 w 10577516"/>
              <a:gd name="connsiteY35" fmla="*/ 5200409 h 5566372"/>
              <a:gd name="connsiteX36" fmla="*/ 2221385 w 10577516"/>
              <a:gd name="connsiteY36" fmla="*/ 5053589 h 5566372"/>
              <a:gd name="connsiteX37" fmla="*/ 1173934 w 10577516"/>
              <a:gd name="connsiteY37" fmla="*/ 4636388 h 5566372"/>
              <a:gd name="connsiteX38" fmla="*/ 438176 w 10577516"/>
              <a:gd name="connsiteY38" fmla="*/ 4080883 h 5566372"/>
              <a:gd name="connsiteX39" fmla="*/ 18687 w 10577516"/>
              <a:gd name="connsiteY39" fmla="*/ 2942161 h 5566372"/>
              <a:gd name="connsiteX40" fmla="*/ 0 w 10577516"/>
              <a:gd name="connsiteY40" fmla="*/ 2832713 h 5566372"/>
              <a:gd name="connsiteX41" fmla="*/ 0 w 10577516"/>
              <a:gd name="connsiteY41" fmla="*/ 2747290 h 5566372"/>
              <a:gd name="connsiteX42" fmla="*/ 14746 w 10577516"/>
              <a:gd name="connsiteY42" fmla="*/ 2661993 h 5566372"/>
              <a:gd name="connsiteX43" fmla="*/ 292753 w 10577516"/>
              <a:gd name="connsiteY43" fmla="*/ 1968947 h 5566372"/>
              <a:gd name="connsiteX44" fmla="*/ 923893 w 10577516"/>
              <a:gd name="connsiteY44" fmla="*/ 1299417 h 5566372"/>
              <a:gd name="connsiteX45" fmla="*/ 2035538 w 10577516"/>
              <a:gd name="connsiteY45" fmla="*/ 648828 h 5566372"/>
              <a:gd name="connsiteX46" fmla="*/ 3545571 w 10577516"/>
              <a:gd name="connsiteY46" fmla="*/ 196289 h 5566372"/>
              <a:gd name="connsiteX47" fmla="*/ 5211705 w 10577516"/>
              <a:gd name="connsiteY47" fmla="*/ 78323 h 5566372"/>
              <a:gd name="connsiteX48" fmla="*/ 5467720 w 10577516"/>
              <a:gd name="connsiteY48" fmla="*/ 77052 h 5566372"/>
              <a:gd name="connsiteX49" fmla="*/ 6073564 w 10577516"/>
              <a:gd name="connsiteY49" fmla="*/ 11840 h 5566372"/>
              <a:gd name="connsiteX50" fmla="*/ 6438297 w 10577516"/>
              <a:gd name="connsiteY50" fmla="*/ 19 h 5566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10577516" h="5566372">
                <a:moveTo>
                  <a:pt x="2871593" y="5218333"/>
                </a:moveTo>
                <a:cubicBezTo>
                  <a:pt x="2990956" y="5269180"/>
                  <a:pt x="3517223" y="5383586"/>
                  <a:pt x="3890441" y="5441298"/>
                </a:cubicBezTo>
                <a:cubicBezTo>
                  <a:pt x="4162855" y="5483248"/>
                  <a:pt x="4828063" y="5526341"/>
                  <a:pt x="4931282" y="5506891"/>
                </a:cubicBezTo>
                <a:cubicBezTo>
                  <a:pt x="4236330" y="5449560"/>
                  <a:pt x="3552816" y="5364900"/>
                  <a:pt x="2871593" y="5218333"/>
                </a:cubicBezTo>
                <a:close/>
                <a:moveTo>
                  <a:pt x="4720395" y="128662"/>
                </a:moveTo>
                <a:cubicBezTo>
                  <a:pt x="4329266" y="138551"/>
                  <a:pt x="3939509" y="179153"/>
                  <a:pt x="3554723" y="250059"/>
                </a:cubicBezTo>
                <a:cubicBezTo>
                  <a:pt x="3195336" y="315207"/>
                  <a:pt x="2841707" y="408943"/>
                  <a:pt x="2497230" y="530354"/>
                </a:cubicBezTo>
                <a:cubicBezTo>
                  <a:pt x="2650917" y="485354"/>
                  <a:pt x="2804728" y="441372"/>
                  <a:pt x="2960194" y="403237"/>
                </a:cubicBezTo>
                <a:cubicBezTo>
                  <a:pt x="3296586" y="321538"/>
                  <a:pt x="3637121" y="257890"/>
                  <a:pt x="3980314" y="212560"/>
                </a:cubicBezTo>
                <a:cubicBezTo>
                  <a:pt x="4212050" y="181797"/>
                  <a:pt x="4444422" y="158280"/>
                  <a:pt x="4677428" y="139593"/>
                </a:cubicBezTo>
                <a:cubicBezTo>
                  <a:pt x="4704949" y="137369"/>
                  <a:pt x="4732915" y="137369"/>
                  <a:pt x="4760675" y="134906"/>
                </a:cubicBezTo>
                <a:lnTo>
                  <a:pt x="4792997" y="130123"/>
                </a:lnTo>
                <a:lnTo>
                  <a:pt x="4798006" y="130828"/>
                </a:lnTo>
                <a:lnTo>
                  <a:pt x="4798006" y="129381"/>
                </a:lnTo>
                <a:lnTo>
                  <a:pt x="4792997" y="130123"/>
                </a:lnTo>
                <a:lnTo>
                  <a:pt x="4788863" y="129541"/>
                </a:lnTo>
                <a:cubicBezTo>
                  <a:pt x="4766106" y="127801"/>
                  <a:pt x="4743237" y="127505"/>
                  <a:pt x="4720395" y="128662"/>
                </a:cubicBezTo>
                <a:close/>
                <a:moveTo>
                  <a:pt x="6438297" y="19"/>
                </a:moveTo>
                <a:cubicBezTo>
                  <a:pt x="6802322" y="-887"/>
                  <a:pt x="7164203" y="31671"/>
                  <a:pt x="7523724" y="104129"/>
                </a:cubicBezTo>
                <a:cubicBezTo>
                  <a:pt x="7868594" y="172060"/>
                  <a:pt x="8204694" y="278661"/>
                  <a:pt x="8525668" y="421922"/>
                </a:cubicBezTo>
                <a:cubicBezTo>
                  <a:pt x="8886414" y="582180"/>
                  <a:pt x="9221001" y="795802"/>
                  <a:pt x="9518204" y="1055605"/>
                </a:cubicBezTo>
                <a:cubicBezTo>
                  <a:pt x="9701176" y="1214502"/>
                  <a:pt x="9865578" y="1393612"/>
                  <a:pt x="10008242" y="1589500"/>
                </a:cubicBezTo>
                <a:cubicBezTo>
                  <a:pt x="10117308" y="1741190"/>
                  <a:pt x="10222982" y="1895218"/>
                  <a:pt x="10325274" y="2051574"/>
                </a:cubicBezTo>
                <a:cubicBezTo>
                  <a:pt x="10446215" y="2231789"/>
                  <a:pt x="10528180" y="2435291"/>
                  <a:pt x="10565908" y="2649028"/>
                </a:cubicBezTo>
                <a:cubicBezTo>
                  <a:pt x="10584595" y="2757459"/>
                  <a:pt x="10583451" y="2862839"/>
                  <a:pt x="10542137" y="2966823"/>
                </a:cubicBezTo>
                <a:cubicBezTo>
                  <a:pt x="10530023" y="2999186"/>
                  <a:pt x="10520540" y="3032466"/>
                  <a:pt x="10513789" y="3066355"/>
                </a:cubicBezTo>
                <a:cubicBezTo>
                  <a:pt x="10490298" y="3169843"/>
                  <a:pt x="10458023" y="3271142"/>
                  <a:pt x="10417308" y="3369150"/>
                </a:cubicBezTo>
                <a:cubicBezTo>
                  <a:pt x="10279257" y="3703851"/>
                  <a:pt x="10062140" y="3980714"/>
                  <a:pt x="9794430" y="4220840"/>
                </a:cubicBezTo>
                <a:cubicBezTo>
                  <a:pt x="9475364" y="4506346"/>
                  <a:pt x="9109391" y="4716599"/>
                  <a:pt x="8719522" y="4888463"/>
                </a:cubicBezTo>
                <a:cubicBezTo>
                  <a:pt x="8388126" y="5034394"/>
                  <a:pt x="8044526" y="5145368"/>
                  <a:pt x="7693808" y="5234223"/>
                </a:cubicBezTo>
                <a:cubicBezTo>
                  <a:pt x="7495123" y="5285070"/>
                  <a:pt x="7294022" y="5324223"/>
                  <a:pt x="7092669" y="5363248"/>
                </a:cubicBezTo>
                <a:cubicBezTo>
                  <a:pt x="6809577" y="5418035"/>
                  <a:pt x="6527120" y="5474730"/>
                  <a:pt x="6240978" y="5507272"/>
                </a:cubicBezTo>
                <a:cubicBezTo>
                  <a:pt x="5982166" y="5536509"/>
                  <a:pt x="5722845" y="5554814"/>
                  <a:pt x="5462508" y="5559010"/>
                </a:cubicBezTo>
                <a:cubicBezTo>
                  <a:pt x="5103782" y="5564730"/>
                  <a:pt x="4744928" y="5576298"/>
                  <a:pt x="4386329" y="5548839"/>
                </a:cubicBezTo>
                <a:cubicBezTo>
                  <a:pt x="4089394" y="5527103"/>
                  <a:pt x="3793960" y="5488344"/>
                  <a:pt x="3501461" y="5432782"/>
                </a:cubicBezTo>
                <a:cubicBezTo>
                  <a:pt x="3204247" y="5374930"/>
                  <a:pt x="2911229" y="5297299"/>
                  <a:pt x="2624348" y="5200409"/>
                </a:cubicBezTo>
                <a:cubicBezTo>
                  <a:pt x="2488841" y="5154775"/>
                  <a:pt x="2358417" y="5094775"/>
                  <a:pt x="2221385" y="5053589"/>
                </a:cubicBezTo>
                <a:cubicBezTo>
                  <a:pt x="1859988" y="4945157"/>
                  <a:pt x="1506856" y="4815878"/>
                  <a:pt x="1173934" y="4636388"/>
                </a:cubicBezTo>
                <a:cubicBezTo>
                  <a:pt x="900250" y="4488931"/>
                  <a:pt x="647539" y="4313508"/>
                  <a:pt x="438176" y="4080883"/>
                </a:cubicBezTo>
                <a:cubicBezTo>
                  <a:pt x="146695" y="3757114"/>
                  <a:pt x="3178" y="3378811"/>
                  <a:pt x="18687" y="2942161"/>
                </a:cubicBezTo>
                <a:cubicBezTo>
                  <a:pt x="19582" y="2904814"/>
                  <a:pt x="13236" y="2867645"/>
                  <a:pt x="0" y="2832713"/>
                </a:cubicBezTo>
                <a:lnTo>
                  <a:pt x="0" y="2747290"/>
                </a:lnTo>
                <a:cubicBezTo>
                  <a:pt x="13474" y="2720341"/>
                  <a:pt x="10296" y="2690468"/>
                  <a:pt x="14746" y="2661993"/>
                </a:cubicBezTo>
                <a:cubicBezTo>
                  <a:pt x="54533" y="2409665"/>
                  <a:pt x="152923" y="2181106"/>
                  <a:pt x="292753" y="1968947"/>
                </a:cubicBezTo>
                <a:cubicBezTo>
                  <a:pt x="464108" y="1708991"/>
                  <a:pt x="680970" y="1491747"/>
                  <a:pt x="923893" y="1299417"/>
                </a:cubicBezTo>
                <a:cubicBezTo>
                  <a:pt x="1263678" y="1030182"/>
                  <a:pt x="1638930" y="820945"/>
                  <a:pt x="2035538" y="648828"/>
                </a:cubicBezTo>
                <a:cubicBezTo>
                  <a:pt x="2521001" y="438575"/>
                  <a:pt x="3025660" y="291755"/>
                  <a:pt x="3545571" y="196289"/>
                </a:cubicBezTo>
                <a:cubicBezTo>
                  <a:pt x="4094899" y="95674"/>
                  <a:pt x="4653670" y="56116"/>
                  <a:pt x="5211705" y="78323"/>
                </a:cubicBezTo>
                <a:cubicBezTo>
                  <a:pt x="5297128" y="81756"/>
                  <a:pt x="5383313" y="88620"/>
                  <a:pt x="5467720" y="77052"/>
                </a:cubicBezTo>
                <a:cubicBezTo>
                  <a:pt x="5669076" y="49467"/>
                  <a:pt x="5870557" y="24299"/>
                  <a:pt x="6073564" y="11840"/>
                </a:cubicBezTo>
                <a:cubicBezTo>
                  <a:pt x="6195374" y="4340"/>
                  <a:pt x="6316955" y="320"/>
                  <a:pt x="6438297" y="19"/>
                </a:cubicBezTo>
                <a:close/>
              </a:path>
            </a:pathLst>
          </a:custGeom>
          <a:solidFill>
            <a:srgbClr val="FD1CCF"/>
          </a:solidFill>
          <a:ln w="9525" cap="flat">
            <a:noFill/>
            <a:prstDash val="solid"/>
            <a:miter/>
          </a:ln>
        </p:spPr>
        <p:txBody>
          <a:bodyPr rtlCol="0" anchor="ctr"/>
          <a:lstStyle/>
          <a:p>
            <a:endParaRPr lang="en-US"/>
          </a:p>
        </p:txBody>
      </p:sp>
      <p:sp>
        <p:nvSpPr>
          <p:cNvPr id="3" name="Title 2">
            <a:extLst>
              <a:ext uri="{FF2B5EF4-FFF2-40B4-BE49-F238E27FC236}">
                <a16:creationId xmlns:a16="http://schemas.microsoft.com/office/drawing/2014/main" id="{E5383564-64A5-C56B-FE86-0E0314E0D98A}"/>
              </a:ext>
            </a:extLst>
          </p:cNvPr>
          <p:cNvSpPr>
            <a:spLocks noGrp="1"/>
          </p:cNvSpPr>
          <p:nvPr>
            <p:ph type="ctrTitle"/>
          </p:nvPr>
        </p:nvSpPr>
        <p:spPr>
          <a:xfrm>
            <a:off x="2066925" y="1731762"/>
            <a:ext cx="8058150" cy="2453841"/>
          </a:xfrm>
        </p:spPr>
        <p:txBody>
          <a:bodyPr>
            <a:normAutofit/>
          </a:bodyPr>
          <a:lstStyle/>
          <a:p>
            <a:pPr algn="ctr"/>
            <a:r>
              <a:rPr lang="en-US" sz="8800" dirty="0"/>
              <a:t>Thanks</a:t>
            </a:r>
          </a:p>
        </p:txBody>
      </p:sp>
      <p:sp>
        <p:nvSpPr>
          <p:cNvPr id="2" name="Subtitle 1">
            <a:extLst>
              <a:ext uri="{FF2B5EF4-FFF2-40B4-BE49-F238E27FC236}">
                <a16:creationId xmlns:a16="http://schemas.microsoft.com/office/drawing/2014/main" id="{C370E0C2-67EE-3F22-4EAC-D983A95EFF7E}"/>
              </a:ext>
            </a:extLst>
          </p:cNvPr>
          <p:cNvSpPr>
            <a:spLocks noGrp="1"/>
          </p:cNvSpPr>
          <p:nvPr>
            <p:ph type="subTitle" idx="1"/>
          </p:nvPr>
        </p:nvSpPr>
        <p:spPr>
          <a:xfrm>
            <a:off x="3228975" y="4599432"/>
            <a:ext cx="5734051" cy="934593"/>
          </a:xfrm>
        </p:spPr>
        <p:txBody>
          <a:bodyPr>
            <a:normAutofit/>
          </a:bodyPr>
          <a:lstStyle/>
          <a:p>
            <a:pPr algn="ctr"/>
            <a:r>
              <a:rPr lang="en-US" sz="3200"/>
              <a:t>Essa Abdulrahman</a:t>
            </a:r>
          </a:p>
        </p:txBody>
      </p:sp>
      <p:sp>
        <p:nvSpPr>
          <p:cNvPr id="20" name="Rectangle 6">
            <a:extLst>
              <a:ext uri="{FF2B5EF4-FFF2-40B4-BE49-F238E27FC236}">
                <a16:creationId xmlns:a16="http://schemas.microsoft.com/office/drawing/2014/main" id="{CB2E64D6-3AEB-4AFF-9475-E210F85E0A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4206" y="4419423"/>
            <a:ext cx="4243589" cy="27432"/>
          </a:xfrm>
          <a:custGeom>
            <a:avLst/>
            <a:gdLst>
              <a:gd name="csX0" fmla="*/ 0 w 4243589"/>
              <a:gd name="csY0" fmla="*/ 0 h 27432"/>
              <a:gd name="csX1" fmla="*/ 563791 w 4243589"/>
              <a:gd name="csY1" fmla="*/ 0 h 27432"/>
              <a:gd name="csX2" fmla="*/ 1042710 w 4243589"/>
              <a:gd name="csY2" fmla="*/ 0 h 27432"/>
              <a:gd name="csX3" fmla="*/ 1564066 w 4243589"/>
              <a:gd name="csY3" fmla="*/ 0 h 27432"/>
              <a:gd name="csX4" fmla="*/ 2212729 w 4243589"/>
              <a:gd name="csY4" fmla="*/ 0 h 27432"/>
              <a:gd name="csX5" fmla="*/ 2776520 w 4243589"/>
              <a:gd name="csY5" fmla="*/ 0 h 27432"/>
              <a:gd name="csX6" fmla="*/ 3297875 w 4243589"/>
              <a:gd name="csY6" fmla="*/ 0 h 27432"/>
              <a:gd name="csX7" fmla="*/ 4243589 w 4243589"/>
              <a:gd name="csY7" fmla="*/ 0 h 27432"/>
              <a:gd name="csX8" fmla="*/ 4243589 w 4243589"/>
              <a:gd name="csY8" fmla="*/ 27432 h 27432"/>
              <a:gd name="csX9" fmla="*/ 3637362 w 4243589"/>
              <a:gd name="csY9" fmla="*/ 27432 h 27432"/>
              <a:gd name="csX10" fmla="*/ 3116007 w 4243589"/>
              <a:gd name="csY10" fmla="*/ 27432 h 27432"/>
              <a:gd name="csX11" fmla="*/ 2424908 w 4243589"/>
              <a:gd name="csY11" fmla="*/ 27432 h 27432"/>
              <a:gd name="csX12" fmla="*/ 1861117 w 4243589"/>
              <a:gd name="csY12" fmla="*/ 27432 h 27432"/>
              <a:gd name="csX13" fmla="*/ 1382198 w 4243589"/>
              <a:gd name="csY13" fmla="*/ 27432 h 27432"/>
              <a:gd name="csX14" fmla="*/ 733535 w 4243589"/>
              <a:gd name="csY14" fmla="*/ 27432 h 27432"/>
              <a:gd name="csX15" fmla="*/ 0 w 4243589"/>
              <a:gd name="csY15" fmla="*/ 27432 h 27432"/>
              <a:gd name="csX16" fmla="*/ 0 w 4243589"/>
              <a:gd name="csY16" fmla="*/ 0 h 274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85451860"/>
      </p:ext>
    </p:extLst>
  </p:cSld>
  <p:clrMapOvr>
    <a:overrideClrMapping bg1="dk1" tx1="lt1" bg2="dk2" tx2="lt2" accent1="accent1" accent2="accent2" accent3="accent3" accent4="accent4" accent5="accent5" accent6="accent6" hlink="hlink" folHlink="folHlink"/>
  </p:clrMapOvr>
</p:sld>
</file>

<file path=ppt/theme/theme1.xml><?xml version="1.0" encoding="utf-8"?>
<a:theme xmlns:a="http://schemas.openxmlformats.org/drawingml/2006/main" name="SketchyVTI">
  <a:themeElements>
    <a:clrScheme name="SketchyVTI">
      <a:dk1>
        <a:sysClr val="windowText" lastClr="000000"/>
      </a:dk1>
      <a:lt1>
        <a:sysClr val="window" lastClr="FFFFFF"/>
      </a:lt1>
      <a:dk2>
        <a:srgbClr val="39302A"/>
      </a:dk2>
      <a:lt2>
        <a:srgbClr val="E5DEDB"/>
      </a:lt2>
      <a:accent1>
        <a:srgbClr val="E4650E"/>
      </a:accent1>
      <a:accent2>
        <a:srgbClr val="00A5AB"/>
      </a:accent2>
      <a:accent3>
        <a:srgbClr val="09963B"/>
      </a:accent3>
      <a:accent4>
        <a:srgbClr val="E64823"/>
      </a:accent4>
      <a:accent5>
        <a:srgbClr val="9C6A6A"/>
      </a:accent5>
      <a:accent6>
        <a:srgbClr val="824F8C"/>
      </a:accent6>
      <a:hlink>
        <a:srgbClr val="2998E3"/>
      </a:hlink>
      <a:folHlink>
        <a:srgbClr val="7F723D"/>
      </a:folHlink>
    </a:clrScheme>
    <a:fontScheme name="Custom 2">
      <a:majorFont>
        <a:latin typeface="Modern Love"/>
        <a:ea typeface=""/>
        <a:cs typeface=""/>
      </a:majorFont>
      <a:minorFont>
        <a:latin typeface="The Han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ketchyVTI" id="{A6D2C935-A6E4-4DD9-BCC5-5AE2504DB8EA}" vid="{F0754072-50B6-4C01-B911-67246C9F58D2}"/>
    </a:ext>
  </a:extLst>
</a:theme>
</file>

<file path=ppt/theme/theme2.xml><?xml version="1.0" encoding="utf-8"?>
<a:theme xmlns:a="http://schemas.openxmlformats.org/drawingml/2006/main" name="BrushVTI">
  <a:themeElements>
    <a:clrScheme name="Custom 17">
      <a:dk1>
        <a:sysClr val="windowText" lastClr="000000"/>
      </a:dk1>
      <a:lt1>
        <a:sysClr val="window" lastClr="FFFFFF"/>
      </a:lt1>
      <a:dk2>
        <a:srgbClr val="57495C"/>
      </a:dk2>
      <a:lt2>
        <a:srgbClr val="E7E6E6"/>
      </a:lt2>
      <a:accent1>
        <a:srgbClr val="F07C98"/>
      </a:accent1>
      <a:accent2>
        <a:srgbClr val="A6778D"/>
      </a:accent2>
      <a:accent3>
        <a:srgbClr val="768BA6"/>
      </a:accent3>
      <a:accent4>
        <a:srgbClr val="E8908B"/>
      </a:accent4>
      <a:accent5>
        <a:srgbClr val="C47A93"/>
      </a:accent5>
      <a:accent6>
        <a:srgbClr val="70A8DB"/>
      </a:accent6>
      <a:hlink>
        <a:srgbClr val="EB8067"/>
      </a:hlink>
      <a:folHlink>
        <a:srgbClr val="7BC7C0"/>
      </a:folHlink>
    </a:clrScheme>
    <a:fontScheme name="Custom 3">
      <a:majorFont>
        <a:latin typeface="Elephant"/>
        <a:ea typeface=""/>
        <a:cs typeface=""/>
      </a:majorFont>
      <a:minorFont>
        <a:latin typeface="Century Gothic"/>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rushVTI" id="{7102FA3A-9D7B-4497-8C4B-FB535AAFDE06}" vid="{C6D41F62-6FAB-440A-BEC7-CB7BF190811F}"/>
    </a:ext>
  </a:extLst>
</a:theme>
</file>

<file path=docProps/app.xml><?xml version="1.0" encoding="utf-8"?>
<Properties xmlns="http://schemas.openxmlformats.org/officeDocument/2006/extended-properties" xmlns:vt="http://schemas.openxmlformats.org/officeDocument/2006/docPropsVTypes">
  <TotalTime>509</TotalTime>
  <Words>521</Words>
  <Application>Microsoft Office PowerPoint</Application>
  <PresentationFormat>Widescreen</PresentationFormat>
  <Paragraphs>64</Paragraphs>
  <Slides>9</Slides>
  <Notes>0</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9</vt:i4>
      </vt:variant>
    </vt:vector>
  </HeadingPairs>
  <TitlesOfParts>
    <vt:vector size="19" baseType="lpstr">
      <vt:lpstr>Aptos</vt:lpstr>
      <vt:lpstr>Arial</vt:lpstr>
      <vt:lpstr>Cambria Math</vt:lpstr>
      <vt:lpstr>Century Gothic</vt:lpstr>
      <vt:lpstr>Elephant</vt:lpstr>
      <vt:lpstr>Modern Love</vt:lpstr>
      <vt:lpstr>The Hand</vt:lpstr>
      <vt:lpstr>Times New Roman</vt:lpstr>
      <vt:lpstr>SketchyVTI</vt:lpstr>
      <vt:lpstr>BrushVTI</vt:lpstr>
      <vt:lpstr>Edge Detection</vt:lpstr>
      <vt:lpstr>definition</vt:lpstr>
      <vt:lpstr>PowerPoint Presentation</vt:lpstr>
      <vt:lpstr>PowerPoint Presentation</vt:lpstr>
      <vt:lpstr>PowerPoint Presentation</vt:lpstr>
      <vt:lpstr>PowerPoint Presentation</vt:lpstr>
      <vt:lpstr>PowerPoint Presentation</vt:lpstr>
      <vt:lpstr>PowerPoint Presentation</vt:lpstr>
      <vt:lpstr>Thanks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eisa noori</dc:creator>
  <cp:lastModifiedBy>eisa noori</cp:lastModifiedBy>
  <cp:revision>1</cp:revision>
  <dcterms:created xsi:type="dcterms:W3CDTF">2026-04-23T08:27:32Z</dcterms:created>
  <dcterms:modified xsi:type="dcterms:W3CDTF">2026-04-23T16:56:52Z</dcterms:modified>
</cp:coreProperties>
</file>